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74" r:id="rId6"/>
    <p:sldId id="257" r:id="rId7"/>
    <p:sldId id="260" r:id="rId8"/>
    <p:sldId id="262" r:id="rId9"/>
    <p:sldId id="263" r:id="rId10"/>
    <p:sldId id="264" r:id="rId11"/>
    <p:sldId id="265" r:id="rId12"/>
    <p:sldId id="268" r:id="rId13"/>
    <p:sldId id="267" r:id="rId14"/>
    <p:sldId id="266" r:id="rId15"/>
    <p:sldId id="269" r:id="rId16"/>
    <p:sldId id="271" r:id="rId17"/>
    <p:sldId id="270" r:id="rId18"/>
    <p:sldId id="272" r:id="rId19"/>
    <p:sldId id="273" r:id="rId2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9" autoAdjust="0"/>
    <p:restoredTop sz="94660"/>
  </p:normalViewPr>
  <p:slideViewPr>
    <p:cSldViewPr snapToGrid="0">
      <p:cViewPr varScale="1">
        <p:scale>
          <a:sx n="68" d="100"/>
          <a:sy n="68" d="100"/>
        </p:scale>
        <p:origin x="50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A48C8C-E42F-C51E-6FED-19CE6889D5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A32882F-EDE0-D298-8710-11A18D0C8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6AF863-413B-9B41-DFE6-CB6049379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38F-1887-4AA6-BAD5-604A2995D679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D2C198-F49B-D9D4-6E34-67D653E59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B4CA97-6776-8392-4B38-EB9A3D8A5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B12D-BC78-4039-B0C7-A69992E72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2367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FE0F1D-D09B-B652-1F14-EC753FC3F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80DB96B-A65F-33EB-7188-DFE8153E6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753AE5-87DE-8FF3-A4CF-DEA20052F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38F-1887-4AA6-BAD5-604A2995D679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8D7DB10-D301-786B-0910-155FAB97C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BB3757-44CA-F1BB-C55D-AE9AB2FB6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B12D-BC78-4039-B0C7-A69992E72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255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B8A407-F6DE-7066-E8F1-198DABB7A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9184A25-234A-A91D-EBE7-177AC64EE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CFF4B5-50AF-3996-2DCC-4BCABF514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38F-1887-4AA6-BAD5-604A2995D679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C2B040-E6AC-1E16-C6A5-226162C01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F11E92-2F76-3523-C6C5-9D0E25C30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B12D-BC78-4039-B0C7-A69992E72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2077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38F401-046E-1C0D-C8EB-2DE9E2CDD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177D9D8-0138-DE44-1B6B-0989355073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286F2D2-2571-1C4E-29FF-84332210D6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1CCFD38-6615-D09E-AFD3-3787C7035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38F-1887-4AA6-BAD5-604A2995D679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AE682A6-B295-44CC-670F-A9A5B22B9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05DF469-A6B4-0BB3-E521-C4BEFB13D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B12D-BC78-4039-B0C7-A69992E72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9981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861C02-50B4-D97C-1F37-E08D78110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4FBC4B9-FD05-03A7-A411-8BE169ED8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1191379-3AF4-D5BD-7DF8-C46D0E0C00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8176CB0-53AE-3732-6A2E-7F102CC6DC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83697EB-7229-F7D4-8164-FD949FE497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3FAE0F1-5B9D-00DC-8BAD-00A0D1F0A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38F-1887-4AA6-BAD5-604A2995D679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01C3F35-4AC2-70D7-674D-E1C42A57B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5187B56-D559-933D-526B-939039400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B12D-BC78-4039-B0C7-A69992E72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6215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F2DA37-FF0A-B659-E253-D6B5AE7A5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66F0A29-2D5C-9479-3EA8-3A2D0338D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38F-1887-4AA6-BAD5-604A2995D679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82DD6C-B38E-8254-7141-8B81EDE06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EB12E73-D791-BA2B-482D-AAAEA477A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B12D-BC78-4039-B0C7-A69992E72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1030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F4FEC92-3F13-2350-0B06-B6A261A02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38F-1887-4AA6-BAD5-604A2995D679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2DF5F90-5823-A982-F93B-A2255FB6F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66C5094-2E73-1483-DF3C-C7949DEAB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B12D-BC78-4039-B0C7-A69992E72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9040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BB38F3-CB1F-4CF8-1A09-70AF2FD14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8BE0034-F81E-7027-297B-9492B98DE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0CAC6D8-E058-CA48-D768-32A54D00FE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8001433-8404-C62B-2DFC-864F5797E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38F-1887-4AA6-BAD5-604A2995D679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E2AE12D-14B1-3206-90D8-DFEA1F892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2217F03-06E1-7B16-CE11-278D3455E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B12D-BC78-4039-B0C7-A69992E72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4135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4E0B09-31B4-AA19-5248-D68F2C151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94A3B6D-26EB-FD47-C0E4-816B4D6F85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867AB61-69A6-D759-EE90-B7B01BCE3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002F00B-76A0-8831-5BFA-94A5921C1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38F-1887-4AA6-BAD5-604A2995D679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49B1907-543F-026A-2DB3-617A2BC3A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B34491-B1D7-21A8-7022-46C08D606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B12D-BC78-4039-B0C7-A69992E72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884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A18835-CBC0-823E-F6C8-78D74456E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83D59D6-40AE-9C92-175C-E30AAE78A6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D412A2-3D3F-633E-D9D4-03D361448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38F-1887-4AA6-BAD5-604A2995D679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9A5EFF-8D5B-7A05-D9EE-A79CF37AE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31DE03-9653-4F6E-6349-81BAD2D31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B12D-BC78-4039-B0C7-A69992E72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435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AD6AAB7-F3C6-A95F-5605-7EADDECA70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7902629-61F2-E23E-F633-C3843AB04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86F4E6-D717-A38C-BB6E-B7688C5C4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38F-1887-4AA6-BAD5-604A2995D679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E6236D-93E5-7308-D945-972C8CB24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2C561C-74D4-7149-7BFB-B1CD3D5CE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B12D-BC78-4039-B0C7-A69992E72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7524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F52DF99-3931-1422-2779-E7AD3C8D2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85369A4-AA56-FABA-C935-F421B8AD2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378BAC-6BC2-B5E1-A91D-06C247506B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2D738F-1887-4AA6-BAD5-604A2995D679}" type="datetimeFigureOut">
              <a:rPr kumimoji="1" lang="ja-JP" altLang="en-US" smtClean="0"/>
              <a:t>2026/4/29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F86857-323D-E20D-FE33-BEF9B78E1A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026B0E-6F6B-7C84-30BF-C9B8FFAC25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D3B12D-BC78-4039-B0C7-A69992E72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3430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130.81.1.2:8082/efg/" TargetMode="External"/><Relationship Id="rId2" Type="http://schemas.openxmlformats.org/officeDocument/2006/relationships/hyperlink" Target="https://130.81.1.2:8082/abc/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130.81.1.2:8080/abc/" TargetMode="External"/><Relationship Id="rId4" Type="http://schemas.openxmlformats.org/officeDocument/2006/relationships/hyperlink" Target="http://130.81.1.2:8082/abc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130.81.1.2:8082/efg/" TargetMode="External"/><Relationship Id="rId2" Type="http://schemas.openxmlformats.org/officeDocument/2006/relationships/hyperlink" Target="https://130.81.1.2:8082/abc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130.81.1.2:8082/abc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130.81.1.2:8082/efg/" TargetMode="External"/><Relationship Id="rId2" Type="http://schemas.openxmlformats.org/officeDocument/2006/relationships/hyperlink" Target="https://130.81.1.2:8082/abc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130.81.1.2:8082/abc/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130.81.1.2:8082/efg/" TargetMode="External"/><Relationship Id="rId2" Type="http://schemas.openxmlformats.org/officeDocument/2006/relationships/hyperlink" Target="https://130.81.1.2:8082/abc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130.81.1.2:8082/abc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130.81.1.2:8082/efg/" TargetMode="External"/><Relationship Id="rId2" Type="http://schemas.openxmlformats.org/officeDocument/2006/relationships/hyperlink" Target="https://130.81.1.2:8082/abc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130.81.1.2:8082/abc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130.81.1.2:8082/efg/" TargetMode="External"/><Relationship Id="rId2" Type="http://schemas.openxmlformats.org/officeDocument/2006/relationships/hyperlink" Target="https://130.81.1.2:8082/abc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130.81.1.2:8082/abc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F32336D6-AD52-5F85-1602-EE47888EE15E}"/>
              </a:ext>
            </a:extLst>
          </p:cNvPr>
          <p:cNvGrpSpPr/>
          <p:nvPr/>
        </p:nvGrpSpPr>
        <p:grpSpPr>
          <a:xfrm>
            <a:off x="216816" y="622170"/>
            <a:ext cx="11780451" cy="2988163"/>
            <a:chOff x="216816" y="622170"/>
            <a:chExt cx="14083220" cy="3572271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941DBAD2-DBDC-E72E-529F-387EA51FC5D8}"/>
                </a:ext>
              </a:extLst>
            </p:cNvPr>
            <p:cNvSpPr/>
            <p:nvPr/>
          </p:nvSpPr>
          <p:spPr>
            <a:xfrm>
              <a:off x="216816" y="622170"/>
              <a:ext cx="14083220" cy="3572271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4DC1AD12-A995-235D-5A12-4FB1EF3F8328}"/>
                </a:ext>
              </a:extLst>
            </p:cNvPr>
            <p:cNvSpPr/>
            <p:nvPr/>
          </p:nvSpPr>
          <p:spPr>
            <a:xfrm>
              <a:off x="369215" y="774569"/>
              <a:ext cx="3316663" cy="3316663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0A722C5E-AACA-58F8-39A2-ED4F7E084DFD}"/>
                </a:ext>
              </a:extLst>
            </p:cNvPr>
            <p:cNvSpPr/>
            <p:nvPr/>
          </p:nvSpPr>
          <p:spPr>
            <a:xfrm>
              <a:off x="3838277" y="774568"/>
              <a:ext cx="3316663" cy="3316663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46E160FE-BE23-9A91-4DE1-14ABDD3D303D}"/>
                </a:ext>
              </a:extLst>
            </p:cNvPr>
            <p:cNvSpPr/>
            <p:nvPr/>
          </p:nvSpPr>
          <p:spPr>
            <a:xfrm>
              <a:off x="7374902" y="774569"/>
              <a:ext cx="3316663" cy="3316663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AD513C17-08E7-CC56-F0CA-3B8C91D3095E}"/>
                </a:ext>
              </a:extLst>
            </p:cNvPr>
            <p:cNvSpPr/>
            <p:nvPr/>
          </p:nvSpPr>
          <p:spPr>
            <a:xfrm>
              <a:off x="10843964" y="774568"/>
              <a:ext cx="3316663" cy="3316663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3BBA645-D11E-B1F8-99E7-BE05CD859BBD}"/>
              </a:ext>
            </a:extLst>
          </p:cNvPr>
          <p:cNvSpPr txBox="1"/>
          <p:nvPr/>
        </p:nvSpPr>
        <p:spPr>
          <a:xfrm>
            <a:off x="474132" y="1244600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B29F6CE-4F38-8BD5-170B-C6A203A347E9}"/>
              </a:ext>
            </a:extLst>
          </p:cNvPr>
          <p:cNvSpPr txBox="1"/>
          <p:nvPr/>
        </p:nvSpPr>
        <p:spPr>
          <a:xfrm>
            <a:off x="2317788" y="1244600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0FC8CEB7-A563-1322-3EEA-60C584602843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1142999" y="1429266"/>
            <a:ext cx="11747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443C81F6-786B-B86F-80C9-06523079DB72}"/>
              </a:ext>
            </a:extLst>
          </p:cNvPr>
          <p:cNvSpPr txBox="1"/>
          <p:nvPr/>
        </p:nvSpPr>
        <p:spPr>
          <a:xfrm>
            <a:off x="3405297" y="1244600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60759B5-0FE9-87DE-BB7F-01B54E497AA1}"/>
              </a:ext>
            </a:extLst>
          </p:cNvPr>
          <p:cNvSpPr txBox="1"/>
          <p:nvPr/>
        </p:nvSpPr>
        <p:spPr>
          <a:xfrm>
            <a:off x="5248953" y="1244600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08775782-2685-BFEE-72A7-3A4EB30520D0}"/>
              </a:ext>
            </a:extLst>
          </p:cNvPr>
          <p:cNvSpPr txBox="1"/>
          <p:nvPr/>
        </p:nvSpPr>
        <p:spPr>
          <a:xfrm>
            <a:off x="5248952" y="2294467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C8DB88FB-CB7C-50A1-9512-340C5D0FC2FB}"/>
              </a:ext>
            </a:extLst>
          </p:cNvPr>
          <p:cNvSpPr txBox="1"/>
          <p:nvPr/>
        </p:nvSpPr>
        <p:spPr>
          <a:xfrm>
            <a:off x="3405297" y="2294467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CBD0295-2BEB-4F34-A245-4C6F247E73ED}"/>
              </a:ext>
            </a:extLst>
          </p:cNvPr>
          <p:cNvSpPr txBox="1"/>
          <p:nvPr/>
        </p:nvSpPr>
        <p:spPr>
          <a:xfrm>
            <a:off x="5248952" y="2909233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13BAD3AF-CCC9-F153-45AA-1C7BC63C4ACE}"/>
              </a:ext>
            </a:extLst>
          </p:cNvPr>
          <p:cNvSpPr txBox="1"/>
          <p:nvPr/>
        </p:nvSpPr>
        <p:spPr>
          <a:xfrm>
            <a:off x="3405297" y="2909233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199B9F8C-EEC5-B032-2B56-034150012889}"/>
              </a:ext>
            </a:extLst>
          </p:cNvPr>
          <p:cNvCxnSpPr>
            <a:stCxn id="30" idx="3"/>
            <a:endCxn id="31" idx="1"/>
          </p:cNvCxnSpPr>
          <p:nvPr/>
        </p:nvCxnSpPr>
        <p:spPr>
          <a:xfrm>
            <a:off x="4074164" y="1429266"/>
            <a:ext cx="11747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070AB4D8-0662-F0F5-801E-9DAEFB45F92B}"/>
              </a:ext>
            </a:extLst>
          </p:cNvPr>
          <p:cNvCxnSpPr>
            <a:cxnSpLocks/>
            <a:stCxn id="33" idx="3"/>
            <a:endCxn id="32" idx="1"/>
          </p:cNvCxnSpPr>
          <p:nvPr/>
        </p:nvCxnSpPr>
        <p:spPr>
          <a:xfrm>
            <a:off x="4074164" y="2479133"/>
            <a:ext cx="11747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A62C84C0-9FB2-EAF4-5D1E-43F4BE5FB395}"/>
              </a:ext>
            </a:extLst>
          </p:cNvPr>
          <p:cNvCxnSpPr>
            <a:cxnSpLocks/>
            <a:stCxn id="35" idx="3"/>
            <a:endCxn id="34" idx="1"/>
          </p:cNvCxnSpPr>
          <p:nvPr/>
        </p:nvCxnSpPr>
        <p:spPr>
          <a:xfrm>
            <a:off x="4074164" y="3093899"/>
            <a:ext cx="11747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DF89B2FD-A6CD-D78F-48AD-4E37313A0E62}"/>
              </a:ext>
            </a:extLst>
          </p:cNvPr>
          <p:cNvSpPr txBox="1"/>
          <p:nvPr/>
        </p:nvSpPr>
        <p:spPr>
          <a:xfrm>
            <a:off x="1482640" y="112606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22</a:t>
            </a:r>
            <a:endParaRPr kumimoji="1" lang="ja-JP" altLang="en-US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3903ECEE-50FD-FA71-B74A-0C383BC0EAB4}"/>
              </a:ext>
            </a:extLst>
          </p:cNvPr>
          <p:cNvSpPr txBox="1"/>
          <p:nvPr/>
        </p:nvSpPr>
        <p:spPr>
          <a:xfrm>
            <a:off x="4354715" y="279716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9</a:t>
            </a:r>
            <a:r>
              <a:rPr kumimoji="1" lang="en-US" altLang="ja-JP" dirty="0"/>
              <a:t>001</a:t>
            </a:r>
            <a:endParaRPr kumimoji="1" lang="ja-JP" altLang="en-US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027929C1-9076-F56C-6294-D46298F11B17}"/>
              </a:ext>
            </a:extLst>
          </p:cNvPr>
          <p:cNvSpPr txBox="1"/>
          <p:nvPr/>
        </p:nvSpPr>
        <p:spPr>
          <a:xfrm>
            <a:off x="4327535" y="219248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9</a:t>
            </a:r>
            <a:r>
              <a:rPr kumimoji="1" lang="en-US" altLang="ja-JP" dirty="0"/>
              <a:t>000</a:t>
            </a:r>
            <a:endParaRPr kumimoji="1" lang="ja-JP" altLang="en-US" dirty="0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AEC19843-6172-7CB4-33F0-F6E0EB382321}"/>
              </a:ext>
            </a:extLst>
          </p:cNvPr>
          <p:cNvSpPr txBox="1"/>
          <p:nvPr/>
        </p:nvSpPr>
        <p:spPr>
          <a:xfrm>
            <a:off x="4455775" y="112606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22</a:t>
            </a:r>
            <a:endParaRPr kumimoji="1" lang="ja-JP" altLang="en-US" dirty="0"/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C4D25C1F-F0FD-AAFC-8541-9DA5AA4381EF}"/>
              </a:ext>
            </a:extLst>
          </p:cNvPr>
          <p:cNvSpPr txBox="1"/>
          <p:nvPr/>
        </p:nvSpPr>
        <p:spPr>
          <a:xfrm>
            <a:off x="6324874" y="1244600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8E8357DD-C24C-6351-1811-3173D664B5A7}"/>
              </a:ext>
            </a:extLst>
          </p:cNvPr>
          <p:cNvSpPr txBox="1"/>
          <p:nvPr/>
        </p:nvSpPr>
        <p:spPr>
          <a:xfrm>
            <a:off x="8168530" y="1244600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05C0F498-140A-904A-E777-369A9346DDDF}"/>
              </a:ext>
            </a:extLst>
          </p:cNvPr>
          <p:cNvSpPr txBox="1"/>
          <p:nvPr/>
        </p:nvSpPr>
        <p:spPr>
          <a:xfrm>
            <a:off x="8168529" y="2294467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2E1816AB-FBB1-0F09-856A-3B5FEC7C7C37}"/>
              </a:ext>
            </a:extLst>
          </p:cNvPr>
          <p:cNvSpPr txBox="1"/>
          <p:nvPr/>
        </p:nvSpPr>
        <p:spPr>
          <a:xfrm>
            <a:off x="6324874" y="2294467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37BFFD34-7AFD-F021-286F-28478703215F}"/>
              </a:ext>
            </a:extLst>
          </p:cNvPr>
          <p:cNvSpPr txBox="1"/>
          <p:nvPr/>
        </p:nvSpPr>
        <p:spPr>
          <a:xfrm>
            <a:off x="8168529" y="2909233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560C1248-499D-C113-B93C-5E5624F322F0}"/>
              </a:ext>
            </a:extLst>
          </p:cNvPr>
          <p:cNvSpPr txBox="1"/>
          <p:nvPr/>
        </p:nvSpPr>
        <p:spPr>
          <a:xfrm>
            <a:off x="6324874" y="2909233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464180A9-A901-737A-36F3-D518969AE472}"/>
              </a:ext>
            </a:extLst>
          </p:cNvPr>
          <p:cNvCxnSpPr>
            <a:stCxn id="81" idx="3"/>
            <a:endCxn id="82" idx="1"/>
          </p:cNvCxnSpPr>
          <p:nvPr/>
        </p:nvCxnSpPr>
        <p:spPr>
          <a:xfrm>
            <a:off x="6993741" y="1429266"/>
            <a:ext cx="11747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78ECB5AB-4070-EA31-E5D7-49E052AB37DD}"/>
              </a:ext>
            </a:extLst>
          </p:cNvPr>
          <p:cNvCxnSpPr>
            <a:cxnSpLocks/>
            <a:stCxn id="84" idx="3"/>
            <a:endCxn id="83" idx="1"/>
          </p:cNvCxnSpPr>
          <p:nvPr/>
        </p:nvCxnSpPr>
        <p:spPr>
          <a:xfrm>
            <a:off x="6993741" y="2479133"/>
            <a:ext cx="11747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FEDB69F7-4436-5CDC-8F72-6E7F2E76C340}"/>
              </a:ext>
            </a:extLst>
          </p:cNvPr>
          <p:cNvCxnSpPr>
            <a:cxnSpLocks/>
            <a:stCxn id="86" idx="3"/>
            <a:endCxn id="85" idx="1"/>
          </p:cNvCxnSpPr>
          <p:nvPr/>
        </p:nvCxnSpPr>
        <p:spPr>
          <a:xfrm>
            <a:off x="6993741" y="3093899"/>
            <a:ext cx="11747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2AA7203F-F6C4-3C30-DE6E-E29BAC99BDB1}"/>
              </a:ext>
            </a:extLst>
          </p:cNvPr>
          <p:cNvSpPr txBox="1"/>
          <p:nvPr/>
        </p:nvSpPr>
        <p:spPr>
          <a:xfrm>
            <a:off x="7274292" y="279716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9</a:t>
            </a:r>
            <a:r>
              <a:rPr kumimoji="1" lang="en-US" altLang="ja-JP" dirty="0"/>
              <a:t>001</a:t>
            </a:r>
            <a:endParaRPr kumimoji="1" lang="ja-JP" altLang="en-US" dirty="0"/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94959D3B-8D54-202B-8E16-3D8E95055CD5}"/>
              </a:ext>
            </a:extLst>
          </p:cNvPr>
          <p:cNvSpPr txBox="1"/>
          <p:nvPr/>
        </p:nvSpPr>
        <p:spPr>
          <a:xfrm>
            <a:off x="7247112" y="219248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9</a:t>
            </a:r>
            <a:r>
              <a:rPr kumimoji="1" lang="en-US" altLang="ja-JP" dirty="0"/>
              <a:t>000</a:t>
            </a:r>
            <a:endParaRPr kumimoji="1" lang="ja-JP" altLang="en-US" dirty="0"/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DC9718AE-DD44-FE94-1AD1-BBFD774C8686}"/>
              </a:ext>
            </a:extLst>
          </p:cNvPr>
          <p:cNvSpPr txBox="1"/>
          <p:nvPr/>
        </p:nvSpPr>
        <p:spPr>
          <a:xfrm>
            <a:off x="7375352" y="112606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22</a:t>
            </a:r>
            <a:endParaRPr kumimoji="1" lang="ja-JP" altLang="en-US" dirty="0"/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55A140F8-10C6-3492-0480-D4732F5277EC}"/>
              </a:ext>
            </a:extLst>
          </p:cNvPr>
          <p:cNvSpPr txBox="1"/>
          <p:nvPr/>
        </p:nvSpPr>
        <p:spPr>
          <a:xfrm>
            <a:off x="396426" y="3651480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TCP</a:t>
            </a:r>
            <a:r>
              <a:rPr lang="ja-JP" altLang="en-US" dirty="0"/>
              <a:t>生送信は</a:t>
            </a:r>
            <a:endParaRPr lang="en-US" altLang="ja-JP" dirty="0"/>
          </a:p>
          <a:p>
            <a:r>
              <a:rPr lang="ja-JP" altLang="en-US" dirty="0"/>
              <a:t>セキュリティ的に危険</a:t>
            </a:r>
            <a:endParaRPr kumimoji="1" lang="ja-JP" altLang="en-US" dirty="0"/>
          </a:p>
        </p:txBody>
      </p: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5EFCFA19-9639-2BC7-9825-15D62F9A36FA}"/>
              </a:ext>
            </a:extLst>
          </p:cNvPr>
          <p:cNvSpPr txBox="1"/>
          <p:nvPr/>
        </p:nvSpPr>
        <p:spPr>
          <a:xfrm>
            <a:off x="3556330" y="3671101"/>
            <a:ext cx="179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SSH</a:t>
            </a:r>
            <a:r>
              <a:rPr kumimoji="1" lang="ja-JP" altLang="en-US" dirty="0"/>
              <a:t>接続が乱立</a:t>
            </a:r>
          </a:p>
        </p:txBody>
      </p:sp>
      <p:sp>
        <p:nvSpPr>
          <p:cNvPr id="95" name="十字形 94">
            <a:extLst>
              <a:ext uri="{FF2B5EF4-FFF2-40B4-BE49-F238E27FC236}">
                <a16:creationId xmlns:a16="http://schemas.microsoft.com/office/drawing/2014/main" id="{04459579-1973-4CC7-5A88-C70E791C88A0}"/>
              </a:ext>
            </a:extLst>
          </p:cNvPr>
          <p:cNvSpPr/>
          <p:nvPr/>
        </p:nvSpPr>
        <p:spPr>
          <a:xfrm rot="2606431">
            <a:off x="7433485" y="2822861"/>
            <a:ext cx="397473" cy="420541"/>
          </a:xfrm>
          <a:prstGeom prst="plus">
            <a:avLst>
              <a:gd name="adj" fmla="val 37057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6" name="十字形 95">
            <a:extLst>
              <a:ext uri="{FF2B5EF4-FFF2-40B4-BE49-F238E27FC236}">
                <a16:creationId xmlns:a16="http://schemas.microsoft.com/office/drawing/2014/main" id="{4568A733-F512-B0B0-6B36-BA3891A16DF3}"/>
              </a:ext>
            </a:extLst>
          </p:cNvPr>
          <p:cNvSpPr/>
          <p:nvPr/>
        </p:nvSpPr>
        <p:spPr>
          <a:xfrm rot="2606431">
            <a:off x="7440239" y="2246888"/>
            <a:ext cx="397473" cy="420541"/>
          </a:xfrm>
          <a:prstGeom prst="plus">
            <a:avLst>
              <a:gd name="adj" fmla="val 37057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26280384-7FE4-751A-099F-AE4D42D56561}"/>
              </a:ext>
            </a:extLst>
          </p:cNvPr>
          <p:cNvSpPr txBox="1"/>
          <p:nvPr/>
        </p:nvSpPr>
        <p:spPr>
          <a:xfrm>
            <a:off x="6658926" y="3619193"/>
            <a:ext cx="1574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FW</a:t>
            </a:r>
            <a:r>
              <a:rPr lang="ja-JP" altLang="en-US" dirty="0"/>
              <a:t>で通信</a:t>
            </a:r>
            <a:r>
              <a:rPr lang="en-US" altLang="ja-JP" dirty="0"/>
              <a:t>NG</a:t>
            </a:r>
            <a:endParaRPr kumimoji="1" lang="ja-JP" altLang="en-US" dirty="0"/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C5AD3AE6-0D7A-C0CF-FC11-6C200F00D4FD}"/>
              </a:ext>
            </a:extLst>
          </p:cNvPr>
          <p:cNvSpPr txBox="1"/>
          <p:nvPr/>
        </p:nvSpPr>
        <p:spPr>
          <a:xfrm>
            <a:off x="2336588" y="2319867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TCP</a:t>
            </a:r>
            <a:endParaRPr kumimoji="1" lang="ja-JP" altLang="en-US" dirty="0"/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EE872E98-3004-3765-988F-55A5499BE51B}"/>
              </a:ext>
            </a:extLst>
          </p:cNvPr>
          <p:cNvSpPr txBox="1"/>
          <p:nvPr/>
        </p:nvSpPr>
        <p:spPr>
          <a:xfrm>
            <a:off x="492933" y="2319867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TCP</a:t>
            </a:r>
            <a:endParaRPr kumimoji="1" lang="ja-JP" altLang="en-US" dirty="0"/>
          </a:p>
        </p:txBody>
      </p:sp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272C214A-54C6-55DA-9CE7-C02FA95DB6F0}"/>
              </a:ext>
            </a:extLst>
          </p:cNvPr>
          <p:cNvSpPr txBox="1"/>
          <p:nvPr/>
        </p:nvSpPr>
        <p:spPr>
          <a:xfrm>
            <a:off x="2336588" y="2934633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TCP</a:t>
            </a:r>
            <a:endParaRPr kumimoji="1" lang="ja-JP" altLang="en-US" dirty="0"/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13360E97-0A70-18EE-BEBD-12CA66384ED3}"/>
              </a:ext>
            </a:extLst>
          </p:cNvPr>
          <p:cNvSpPr txBox="1"/>
          <p:nvPr/>
        </p:nvSpPr>
        <p:spPr>
          <a:xfrm>
            <a:off x="492933" y="2934633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TCP</a:t>
            </a:r>
            <a:endParaRPr kumimoji="1" lang="ja-JP" altLang="en-US" dirty="0"/>
          </a:p>
        </p:txBody>
      </p:sp>
      <p:cxnSp>
        <p:nvCxnSpPr>
          <p:cNvPr id="102" name="直線コネクタ 101">
            <a:extLst>
              <a:ext uri="{FF2B5EF4-FFF2-40B4-BE49-F238E27FC236}">
                <a16:creationId xmlns:a16="http://schemas.microsoft.com/office/drawing/2014/main" id="{93CAB6C0-1D59-8153-E0DA-06EDD7133FC0}"/>
              </a:ext>
            </a:extLst>
          </p:cNvPr>
          <p:cNvCxnSpPr>
            <a:cxnSpLocks/>
            <a:stCxn id="99" idx="3"/>
            <a:endCxn id="98" idx="1"/>
          </p:cNvCxnSpPr>
          <p:nvPr/>
        </p:nvCxnSpPr>
        <p:spPr>
          <a:xfrm>
            <a:off x="1161800" y="2504533"/>
            <a:ext cx="11747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線コネクタ 102">
            <a:extLst>
              <a:ext uri="{FF2B5EF4-FFF2-40B4-BE49-F238E27FC236}">
                <a16:creationId xmlns:a16="http://schemas.microsoft.com/office/drawing/2014/main" id="{BA7AC386-2CE2-1FD1-5D6E-02988772E917}"/>
              </a:ext>
            </a:extLst>
          </p:cNvPr>
          <p:cNvCxnSpPr>
            <a:cxnSpLocks/>
            <a:stCxn id="101" idx="3"/>
            <a:endCxn id="100" idx="1"/>
          </p:cNvCxnSpPr>
          <p:nvPr/>
        </p:nvCxnSpPr>
        <p:spPr>
          <a:xfrm>
            <a:off x="1161800" y="3119299"/>
            <a:ext cx="11747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394A0C20-75FA-B14D-C71B-E0DD9F4DA08F}"/>
              </a:ext>
            </a:extLst>
          </p:cNvPr>
          <p:cNvSpPr txBox="1"/>
          <p:nvPr/>
        </p:nvSpPr>
        <p:spPr>
          <a:xfrm>
            <a:off x="1442351" y="282256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9</a:t>
            </a:r>
            <a:r>
              <a:rPr kumimoji="1" lang="en-US" altLang="ja-JP" dirty="0"/>
              <a:t>001</a:t>
            </a:r>
            <a:endParaRPr kumimoji="1" lang="ja-JP" altLang="en-US" dirty="0"/>
          </a:p>
        </p:txBody>
      </p: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D2931F6F-19B6-4552-0C27-BF1A142C275A}"/>
              </a:ext>
            </a:extLst>
          </p:cNvPr>
          <p:cNvSpPr txBox="1"/>
          <p:nvPr/>
        </p:nvSpPr>
        <p:spPr>
          <a:xfrm>
            <a:off x="1415171" y="221788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9</a:t>
            </a:r>
            <a:r>
              <a:rPr kumimoji="1" lang="en-US" altLang="ja-JP" dirty="0"/>
              <a:t>000</a:t>
            </a:r>
            <a:endParaRPr kumimoji="1" lang="ja-JP" altLang="en-US" dirty="0"/>
          </a:p>
        </p:txBody>
      </p: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BD571751-9FCB-8181-1285-A9732B3F921C}"/>
              </a:ext>
            </a:extLst>
          </p:cNvPr>
          <p:cNvSpPr txBox="1"/>
          <p:nvPr/>
        </p:nvSpPr>
        <p:spPr>
          <a:xfrm>
            <a:off x="1354399" y="247296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生</a:t>
            </a:r>
            <a:r>
              <a:rPr kumimoji="1" lang="ja-JP" altLang="en-US" dirty="0"/>
              <a:t>送信</a:t>
            </a:r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EB688ED3-C271-68CE-1B11-CCBCAD9C96E2}"/>
              </a:ext>
            </a:extLst>
          </p:cNvPr>
          <p:cNvSpPr txBox="1"/>
          <p:nvPr/>
        </p:nvSpPr>
        <p:spPr>
          <a:xfrm>
            <a:off x="1354399" y="310848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生</a:t>
            </a:r>
            <a:r>
              <a:rPr kumimoji="1" lang="ja-JP" altLang="en-US" dirty="0"/>
              <a:t>送信</a:t>
            </a:r>
          </a:p>
        </p:txBody>
      </p: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A0F8B530-187C-2A35-8F02-2F2E27A3B3DC}"/>
              </a:ext>
            </a:extLst>
          </p:cNvPr>
          <p:cNvSpPr txBox="1"/>
          <p:nvPr/>
        </p:nvSpPr>
        <p:spPr>
          <a:xfrm>
            <a:off x="4264945" y="245852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暗号化</a:t>
            </a:r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A1570890-CF9F-5A54-F8DB-17411211279A}"/>
              </a:ext>
            </a:extLst>
          </p:cNvPr>
          <p:cNvSpPr txBox="1"/>
          <p:nvPr/>
        </p:nvSpPr>
        <p:spPr>
          <a:xfrm>
            <a:off x="4319295" y="305950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暗号化</a:t>
            </a:r>
          </a:p>
        </p:txBody>
      </p: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F625E5BC-7CBD-F1F2-6908-D589B89F8D78}"/>
              </a:ext>
            </a:extLst>
          </p:cNvPr>
          <p:cNvSpPr txBox="1"/>
          <p:nvPr/>
        </p:nvSpPr>
        <p:spPr>
          <a:xfrm>
            <a:off x="9797853" y="371575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どうしよう？</a:t>
            </a:r>
          </a:p>
        </p:txBody>
      </p:sp>
      <p:sp>
        <p:nvSpPr>
          <p:cNvPr id="111" name="矢印: 右 110">
            <a:extLst>
              <a:ext uri="{FF2B5EF4-FFF2-40B4-BE49-F238E27FC236}">
                <a16:creationId xmlns:a16="http://schemas.microsoft.com/office/drawing/2014/main" id="{F9B9E1D4-E500-559F-33F5-212ECB55F583}"/>
              </a:ext>
            </a:extLst>
          </p:cNvPr>
          <p:cNvSpPr/>
          <p:nvPr/>
        </p:nvSpPr>
        <p:spPr>
          <a:xfrm>
            <a:off x="344296" y="304800"/>
            <a:ext cx="1238971" cy="1897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" name="テキスト ボックス 111">
            <a:extLst>
              <a:ext uri="{FF2B5EF4-FFF2-40B4-BE49-F238E27FC236}">
                <a16:creationId xmlns:a16="http://schemas.microsoft.com/office/drawing/2014/main" id="{A4D69DEB-8850-AF91-AD98-777AAACEB859}"/>
              </a:ext>
            </a:extLst>
          </p:cNvPr>
          <p:cNvSpPr txBox="1"/>
          <p:nvPr/>
        </p:nvSpPr>
        <p:spPr>
          <a:xfrm>
            <a:off x="1548986" y="22245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こっちへ読み進める</a:t>
            </a:r>
          </a:p>
        </p:txBody>
      </p:sp>
      <p:sp>
        <p:nvSpPr>
          <p:cNvPr id="113" name="テキスト ボックス 112">
            <a:extLst>
              <a:ext uri="{FF2B5EF4-FFF2-40B4-BE49-F238E27FC236}">
                <a16:creationId xmlns:a16="http://schemas.microsoft.com/office/drawing/2014/main" id="{F397A48F-E38E-25D5-C870-0347F5E7D7F4}"/>
              </a:ext>
            </a:extLst>
          </p:cNvPr>
          <p:cNvSpPr txBox="1"/>
          <p:nvPr/>
        </p:nvSpPr>
        <p:spPr>
          <a:xfrm>
            <a:off x="9238349" y="688881"/>
            <a:ext cx="2313454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6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2015833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A5EB5-EAF3-BE54-08BE-54EB12AB8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D3FCAB49-8F0E-B157-3FC9-585D8BF8B254}"/>
              </a:ext>
            </a:extLst>
          </p:cNvPr>
          <p:cNvGrpSpPr/>
          <p:nvPr/>
        </p:nvGrpSpPr>
        <p:grpSpPr>
          <a:xfrm>
            <a:off x="216816" y="622170"/>
            <a:ext cx="11780451" cy="2988163"/>
            <a:chOff x="216816" y="622170"/>
            <a:chExt cx="14083220" cy="3572271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AC2AC306-8E35-F26A-11D9-9AC2DB2932CC}"/>
                </a:ext>
              </a:extLst>
            </p:cNvPr>
            <p:cNvSpPr/>
            <p:nvPr/>
          </p:nvSpPr>
          <p:spPr>
            <a:xfrm>
              <a:off x="216816" y="622170"/>
              <a:ext cx="14083220" cy="3572271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E330FF63-2043-2462-ECBE-4B5DE0C68B7B}"/>
                </a:ext>
              </a:extLst>
            </p:cNvPr>
            <p:cNvSpPr/>
            <p:nvPr/>
          </p:nvSpPr>
          <p:spPr>
            <a:xfrm>
              <a:off x="369215" y="774569"/>
              <a:ext cx="3316663" cy="3316663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56276E88-1850-C939-FAEA-B6008A2DFD3D}"/>
                </a:ext>
              </a:extLst>
            </p:cNvPr>
            <p:cNvSpPr/>
            <p:nvPr/>
          </p:nvSpPr>
          <p:spPr>
            <a:xfrm>
              <a:off x="3838277" y="774568"/>
              <a:ext cx="3316663" cy="3316663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EC4E9D4E-B473-9C0D-21EA-9533470977CC}"/>
                </a:ext>
              </a:extLst>
            </p:cNvPr>
            <p:cNvSpPr/>
            <p:nvPr/>
          </p:nvSpPr>
          <p:spPr>
            <a:xfrm>
              <a:off x="7374902" y="774569"/>
              <a:ext cx="3316663" cy="3316663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5F47492C-C0E8-DB9D-3C1F-AF4F50320E53}"/>
                </a:ext>
              </a:extLst>
            </p:cNvPr>
            <p:cNvSpPr/>
            <p:nvPr/>
          </p:nvSpPr>
          <p:spPr>
            <a:xfrm>
              <a:off x="10843964" y="774568"/>
              <a:ext cx="3316663" cy="3316663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FAE93EA-6777-D381-EE9F-5EC47CC77BC0}"/>
              </a:ext>
            </a:extLst>
          </p:cNvPr>
          <p:cNvSpPr txBox="1"/>
          <p:nvPr/>
        </p:nvSpPr>
        <p:spPr>
          <a:xfrm>
            <a:off x="474132" y="1244600"/>
            <a:ext cx="668867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HTTP</a:t>
            </a:r>
            <a:endParaRPr kumimoji="1" lang="ja-JP" altLang="en-US" sz="12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FA76E7C-1E87-6A66-76F4-C62664AABE11}"/>
              </a:ext>
            </a:extLst>
          </p:cNvPr>
          <p:cNvSpPr txBox="1"/>
          <p:nvPr/>
        </p:nvSpPr>
        <p:spPr>
          <a:xfrm>
            <a:off x="2317788" y="1244600"/>
            <a:ext cx="668867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HTTP</a:t>
            </a:r>
            <a:endParaRPr kumimoji="1" lang="ja-JP" altLang="en-US" sz="1200" dirty="0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D09A7DAD-8397-5094-AAFD-5DEBFA62FBE6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1142999" y="1383100"/>
            <a:ext cx="11747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C610E8AD-6F51-30F9-D203-98E8F2D0BE14}"/>
              </a:ext>
            </a:extLst>
          </p:cNvPr>
          <p:cNvSpPr txBox="1"/>
          <p:nvPr/>
        </p:nvSpPr>
        <p:spPr>
          <a:xfrm>
            <a:off x="3405297" y="1244600"/>
            <a:ext cx="668867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100" dirty="0"/>
              <a:t>HTTPS</a:t>
            </a:r>
            <a:endParaRPr kumimoji="1" lang="ja-JP" altLang="en-US" sz="1100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892A51CF-0DB1-7C2C-7B2C-A238A1F3A71C}"/>
              </a:ext>
            </a:extLst>
          </p:cNvPr>
          <p:cNvSpPr txBox="1"/>
          <p:nvPr/>
        </p:nvSpPr>
        <p:spPr>
          <a:xfrm>
            <a:off x="5248953" y="1244600"/>
            <a:ext cx="668867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100" dirty="0"/>
              <a:t>HTTPS</a:t>
            </a:r>
            <a:endParaRPr kumimoji="1" lang="ja-JP" altLang="en-US" sz="110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3CADCC60-E77E-91AE-1C08-1432D48D110F}"/>
              </a:ext>
            </a:extLst>
          </p:cNvPr>
          <p:cNvSpPr txBox="1"/>
          <p:nvPr/>
        </p:nvSpPr>
        <p:spPr>
          <a:xfrm>
            <a:off x="5248952" y="2294467"/>
            <a:ext cx="668867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100"/>
              <a:t>HTTPS</a:t>
            </a:r>
            <a:endParaRPr kumimoji="1" lang="ja-JP" altLang="en-US" sz="1100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6477A8E9-76B5-705B-790D-241E4DDDFA45}"/>
              </a:ext>
            </a:extLst>
          </p:cNvPr>
          <p:cNvSpPr txBox="1"/>
          <p:nvPr/>
        </p:nvSpPr>
        <p:spPr>
          <a:xfrm>
            <a:off x="3405297" y="2294467"/>
            <a:ext cx="668867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100" dirty="0"/>
              <a:t>HTTPS</a:t>
            </a:r>
            <a:endParaRPr kumimoji="1" lang="ja-JP" altLang="en-US" sz="1100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286B7D5-F803-674B-F104-005EF983B29C}"/>
              </a:ext>
            </a:extLst>
          </p:cNvPr>
          <p:cNvSpPr txBox="1"/>
          <p:nvPr/>
        </p:nvSpPr>
        <p:spPr>
          <a:xfrm>
            <a:off x="5248952" y="2909233"/>
            <a:ext cx="668867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100" dirty="0"/>
              <a:t>HTTPS</a:t>
            </a:r>
            <a:endParaRPr kumimoji="1" lang="ja-JP" altLang="en-US" sz="1100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DD692742-ADBE-A968-A666-80FD72677F4F}"/>
              </a:ext>
            </a:extLst>
          </p:cNvPr>
          <p:cNvSpPr txBox="1"/>
          <p:nvPr/>
        </p:nvSpPr>
        <p:spPr>
          <a:xfrm>
            <a:off x="3405297" y="2909233"/>
            <a:ext cx="668867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100" dirty="0"/>
              <a:t>HTTPS</a:t>
            </a:r>
            <a:endParaRPr kumimoji="1" lang="ja-JP" altLang="en-US" sz="1100" dirty="0"/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2EEB4430-7112-F770-57E2-7BD00F082C3B}"/>
              </a:ext>
            </a:extLst>
          </p:cNvPr>
          <p:cNvCxnSpPr>
            <a:stCxn id="30" idx="3"/>
            <a:endCxn id="31" idx="1"/>
          </p:cNvCxnSpPr>
          <p:nvPr/>
        </p:nvCxnSpPr>
        <p:spPr>
          <a:xfrm>
            <a:off x="4074164" y="1375405"/>
            <a:ext cx="11747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412BDA05-6468-FDDC-CFA1-E7F90DCFCE3C}"/>
              </a:ext>
            </a:extLst>
          </p:cNvPr>
          <p:cNvCxnSpPr>
            <a:cxnSpLocks/>
            <a:stCxn id="33" idx="3"/>
            <a:endCxn id="32" idx="1"/>
          </p:cNvCxnSpPr>
          <p:nvPr/>
        </p:nvCxnSpPr>
        <p:spPr>
          <a:xfrm>
            <a:off x="4074164" y="2425272"/>
            <a:ext cx="11747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0699B5EE-3C94-43E1-2945-E031E06E03A5}"/>
              </a:ext>
            </a:extLst>
          </p:cNvPr>
          <p:cNvCxnSpPr>
            <a:cxnSpLocks/>
            <a:stCxn id="35" idx="3"/>
            <a:endCxn id="34" idx="1"/>
          </p:cNvCxnSpPr>
          <p:nvPr/>
        </p:nvCxnSpPr>
        <p:spPr>
          <a:xfrm>
            <a:off x="4074164" y="3040038"/>
            <a:ext cx="11747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761F3418-0454-ECE9-341C-B7AC86E0D3CA}"/>
              </a:ext>
            </a:extLst>
          </p:cNvPr>
          <p:cNvSpPr txBox="1"/>
          <p:nvPr/>
        </p:nvSpPr>
        <p:spPr>
          <a:xfrm>
            <a:off x="1482640" y="112606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80</a:t>
            </a:r>
            <a:endParaRPr kumimoji="1" lang="ja-JP" altLang="en-US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81B806BC-033A-599C-48A6-FD9DF460DEC2}"/>
              </a:ext>
            </a:extLst>
          </p:cNvPr>
          <p:cNvSpPr txBox="1"/>
          <p:nvPr/>
        </p:nvSpPr>
        <p:spPr>
          <a:xfrm>
            <a:off x="4354715" y="279716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8081</a:t>
            </a:r>
            <a:endParaRPr kumimoji="1" lang="ja-JP" altLang="en-US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D7A814CD-1797-B265-565D-4CA92C3F04FB}"/>
              </a:ext>
            </a:extLst>
          </p:cNvPr>
          <p:cNvSpPr txBox="1"/>
          <p:nvPr/>
        </p:nvSpPr>
        <p:spPr>
          <a:xfrm>
            <a:off x="4327535" y="219248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8000</a:t>
            </a:r>
            <a:endParaRPr kumimoji="1" lang="ja-JP" altLang="en-US" dirty="0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BAC967C3-A479-E8F7-B07A-2F80EA78B5DF}"/>
              </a:ext>
            </a:extLst>
          </p:cNvPr>
          <p:cNvSpPr txBox="1"/>
          <p:nvPr/>
        </p:nvSpPr>
        <p:spPr>
          <a:xfrm>
            <a:off x="4455775" y="1126067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443</a:t>
            </a:r>
            <a:endParaRPr kumimoji="1" lang="ja-JP" altLang="en-US" dirty="0"/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7E027F43-6783-1413-E6C1-C4617D05D799}"/>
              </a:ext>
            </a:extLst>
          </p:cNvPr>
          <p:cNvSpPr txBox="1"/>
          <p:nvPr/>
        </p:nvSpPr>
        <p:spPr>
          <a:xfrm>
            <a:off x="396426" y="3651480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HTTP</a:t>
            </a:r>
            <a:r>
              <a:rPr lang="ja-JP" altLang="en-US" dirty="0"/>
              <a:t>生送信は</a:t>
            </a:r>
            <a:endParaRPr lang="en-US" altLang="ja-JP" dirty="0"/>
          </a:p>
          <a:p>
            <a:r>
              <a:rPr lang="ja-JP" altLang="en-US" dirty="0"/>
              <a:t>セキュリティ的に危険</a:t>
            </a:r>
            <a:endParaRPr kumimoji="1" lang="ja-JP" altLang="en-US" dirty="0"/>
          </a:p>
        </p:txBody>
      </p: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578776C7-5499-EE98-F772-73344569DCBF}"/>
              </a:ext>
            </a:extLst>
          </p:cNvPr>
          <p:cNvSpPr txBox="1"/>
          <p:nvPr/>
        </p:nvSpPr>
        <p:spPr>
          <a:xfrm>
            <a:off x="3556330" y="3671101"/>
            <a:ext cx="2098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HTTPS</a:t>
            </a:r>
            <a:r>
              <a:rPr kumimoji="1" lang="ja-JP" altLang="en-US" dirty="0"/>
              <a:t>接続が乱立</a:t>
            </a:r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5C738EF5-0E38-4B7B-5CF6-DFD5351F12CD}"/>
              </a:ext>
            </a:extLst>
          </p:cNvPr>
          <p:cNvSpPr txBox="1"/>
          <p:nvPr/>
        </p:nvSpPr>
        <p:spPr>
          <a:xfrm>
            <a:off x="6658926" y="3619193"/>
            <a:ext cx="1574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FW</a:t>
            </a:r>
            <a:r>
              <a:rPr lang="ja-JP" altLang="en-US" dirty="0"/>
              <a:t>で通信</a:t>
            </a:r>
            <a:r>
              <a:rPr lang="en-US" altLang="ja-JP" dirty="0"/>
              <a:t>NG</a:t>
            </a:r>
            <a:endParaRPr kumimoji="1" lang="ja-JP" altLang="en-US" dirty="0"/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F56BA463-7A89-CF5C-E79F-69E41053FFDF}"/>
              </a:ext>
            </a:extLst>
          </p:cNvPr>
          <p:cNvSpPr txBox="1"/>
          <p:nvPr/>
        </p:nvSpPr>
        <p:spPr>
          <a:xfrm>
            <a:off x="2336588" y="2319867"/>
            <a:ext cx="668867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HTTP</a:t>
            </a:r>
            <a:endParaRPr kumimoji="1" lang="ja-JP" altLang="en-US" sz="1200" dirty="0"/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1FE3E905-7BF4-BC6D-2003-E1981A5C8E8C}"/>
              </a:ext>
            </a:extLst>
          </p:cNvPr>
          <p:cNvSpPr txBox="1"/>
          <p:nvPr/>
        </p:nvSpPr>
        <p:spPr>
          <a:xfrm>
            <a:off x="492933" y="2319867"/>
            <a:ext cx="668867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HTTP</a:t>
            </a:r>
            <a:endParaRPr kumimoji="1" lang="ja-JP" altLang="en-US" sz="1200" dirty="0"/>
          </a:p>
        </p:txBody>
      </p:sp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3AAF1A72-119A-E989-6CB8-97CC6A22D3F8}"/>
              </a:ext>
            </a:extLst>
          </p:cNvPr>
          <p:cNvSpPr txBox="1"/>
          <p:nvPr/>
        </p:nvSpPr>
        <p:spPr>
          <a:xfrm>
            <a:off x="2336588" y="2934633"/>
            <a:ext cx="668867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HTTP</a:t>
            </a:r>
            <a:endParaRPr kumimoji="1" lang="ja-JP" altLang="en-US" sz="1200" dirty="0"/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0A4CE581-52B9-749A-4EDC-AB29A0DF9120}"/>
              </a:ext>
            </a:extLst>
          </p:cNvPr>
          <p:cNvSpPr txBox="1"/>
          <p:nvPr/>
        </p:nvSpPr>
        <p:spPr>
          <a:xfrm>
            <a:off x="492933" y="2934633"/>
            <a:ext cx="668867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HTTP</a:t>
            </a:r>
            <a:endParaRPr kumimoji="1" lang="ja-JP" altLang="en-US" sz="1200" dirty="0"/>
          </a:p>
        </p:txBody>
      </p:sp>
      <p:cxnSp>
        <p:nvCxnSpPr>
          <p:cNvPr id="102" name="直線コネクタ 101">
            <a:extLst>
              <a:ext uri="{FF2B5EF4-FFF2-40B4-BE49-F238E27FC236}">
                <a16:creationId xmlns:a16="http://schemas.microsoft.com/office/drawing/2014/main" id="{C5D4B8CB-3DBC-A72E-5F27-CA8DF4E6496B}"/>
              </a:ext>
            </a:extLst>
          </p:cNvPr>
          <p:cNvCxnSpPr>
            <a:cxnSpLocks/>
            <a:stCxn id="99" idx="3"/>
            <a:endCxn id="98" idx="1"/>
          </p:cNvCxnSpPr>
          <p:nvPr/>
        </p:nvCxnSpPr>
        <p:spPr>
          <a:xfrm>
            <a:off x="1161800" y="2458367"/>
            <a:ext cx="11747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線コネクタ 102">
            <a:extLst>
              <a:ext uri="{FF2B5EF4-FFF2-40B4-BE49-F238E27FC236}">
                <a16:creationId xmlns:a16="http://schemas.microsoft.com/office/drawing/2014/main" id="{63CF6757-36CC-C05F-C244-F9CB5E056C20}"/>
              </a:ext>
            </a:extLst>
          </p:cNvPr>
          <p:cNvCxnSpPr>
            <a:cxnSpLocks/>
            <a:stCxn id="101" idx="3"/>
            <a:endCxn id="100" idx="1"/>
          </p:cNvCxnSpPr>
          <p:nvPr/>
        </p:nvCxnSpPr>
        <p:spPr>
          <a:xfrm>
            <a:off x="1161800" y="3073133"/>
            <a:ext cx="11747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D6D5E524-BB93-AD9C-A36C-B35FAB60AF38}"/>
              </a:ext>
            </a:extLst>
          </p:cNvPr>
          <p:cNvSpPr txBox="1"/>
          <p:nvPr/>
        </p:nvSpPr>
        <p:spPr>
          <a:xfrm>
            <a:off x="1442351" y="282256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8080</a:t>
            </a:r>
            <a:endParaRPr kumimoji="1" lang="ja-JP" altLang="en-US" dirty="0"/>
          </a:p>
        </p:txBody>
      </p: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F9A9BB19-6570-0E21-2328-D7751FAE1C6E}"/>
              </a:ext>
            </a:extLst>
          </p:cNvPr>
          <p:cNvSpPr txBox="1"/>
          <p:nvPr/>
        </p:nvSpPr>
        <p:spPr>
          <a:xfrm>
            <a:off x="1415171" y="221788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8000</a:t>
            </a:r>
            <a:endParaRPr kumimoji="1" lang="ja-JP" altLang="en-US" dirty="0"/>
          </a:p>
        </p:txBody>
      </p: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AD0CF84C-224C-36E4-DDD7-F505A8EF947B}"/>
              </a:ext>
            </a:extLst>
          </p:cNvPr>
          <p:cNvSpPr txBox="1"/>
          <p:nvPr/>
        </p:nvSpPr>
        <p:spPr>
          <a:xfrm>
            <a:off x="1354399" y="247296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生</a:t>
            </a:r>
            <a:r>
              <a:rPr kumimoji="1" lang="ja-JP" altLang="en-US" dirty="0"/>
              <a:t>送信</a:t>
            </a:r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F1B2AB89-15DE-1984-130A-F9CE9D82D949}"/>
              </a:ext>
            </a:extLst>
          </p:cNvPr>
          <p:cNvSpPr txBox="1"/>
          <p:nvPr/>
        </p:nvSpPr>
        <p:spPr>
          <a:xfrm>
            <a:off x="1354399" y="310848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生</a:t>
            </a:r>
            <a:r>
              <a:rPr kumimoji="1" lang="ja-JP" altLang="en-US" dirty="0"/>
              <a:t>送信</a:t>
            </a:r>
          </a:p>
        </p:txBody>
      </p: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FE83AB93-C43D-327A-151F-909C644437CB}"/>
              </a:ext>
            </a:extLst>
          </p:cNvPr>
          <p:cNvSpPr txBox="1"/>
          <p:nvPr/>
        </p:nvSpPr>
        <p:spPr>
          <a:xfrm>
            <a:off x="4264945" y="245852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暗号化</a:t>
            </a:r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245B0B45-8B87-B357-3BBC-E9EA222FDC10}"/>
              </a:ext>
            </a:extLst>
          </p:cNvPr>
          <p:cNvSpPr txBox="1"/>
          <p:nvPr/>
        </p:nvSpPr>
        <p:spPr>
          <a:xfrm>
            <a:off x="4319295" y="305950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暗号化</a:t>
            </a:r>
          </a:p>
        </p:txBody>
      </p: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EBCE5661-A713-0137-4F66-E5362CE26D7D}"/>
              </a:ext>
            </a:extLst>
          </p:cNvPr>
          <p:cNvSpPr txBox="1"/>
          <p:nvPr/>
        </p:nvSpPr>
        <p:spPr>
          <a:xfrm>
            <a:off x="9797853" y="371575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どうしよう？</a:t>
            </a:r>
          </a:p>
        </p:txBody>
      </p:sp>
      <p:sp>
        <p:nvSpPr>
          <p:cNvPr id="111" name="矢印: 右 110">
            <a:extLst>
              <a:ext uri="{FF2B5EF4-FFF2-40B4-BE49-F238E27FC236}">
                <a16:creationId xmlns:a16="http://schemas.microsoft.com/office/drawing/2014/main" id="{E4C3D95E-E969-C70D-A50D-94864A49CA5F}"/>
              </a:ext>
            </a:extLst>
          </p:cNvPr>
          <p:cNvSpPr/>
          <p:nvPr/>
        </p:nvSpPr>
        <p:spPr>
          <a:xfrm>
            <a:off x="344296" y="304800"/>
            <a:ext cx="1238971" cy="1897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" name="テキスト ボックス 111">
            <a:extLst>
              <a:ext uri="{FF2B5EF4-FFF2-40B4-BE49-F238E27FC236}">
                <a16:creationId xmlns:a16="http://schemas.microsoft.com/office/drawing/2014/main" id="{0EEA45E9-E17D-76C1-F127-98339B6EFB04}"/>
              </a:ext>
            </a:extLst>
          </p:cNvPr>
          <p:cNvSpPr txBox="1"/>
          <p:nvPr/>
        </p:nvSpPr>
        <p:spPr>
          <a:xfrm>
            <a:off x="1548986" y="22245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こっちへ読み進める</a:t>
            </a:r>
          </a:p>
        </p:txBody>
      </p:sp>
      <p:sp>
        <p:nvSpPr>
          <p:cNvPr id="113" name="テキスト ボックス 112">
            <a:extLst>
              <a:ext uri="{FF2B5EF4-FFF2-40B4-BE49-F238E27FC236}">
                <a16:creationId xmlns:a16="http://schemas.microsoft.com/office/drawing/2014/main" id="{430FC555-D173-6C28-9970-D6EAB52E0683}"/>
              </a:ext>
            </a:extLst>
          </p:cNvPr>
          <p:cNvSpPr txBox="1"/>
          <p:nvPr/>
        </p:nvSpPr>
        <p:spPr>
          <a:xfrm>
            <a:off x="9238349" y="688881"/>
            <a:ext cx="2313454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6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？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A1AF114-DB05-5BA1-9BAC-7980916674A0}"/>
              </a:ext>
            </a:extLst>
          </p:cNvPr>
          <p:cNvSpPr txBox="1"/>
          <p:nvPr/>
        </p:nvSpPr>
        <p:spPr>
          <a:xfrm>
            <a:off x="6330361" y="1244600"/>
            <a:ext cx="668867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100" dirty="0"/>
              <a:t>HTTPS</a:t>
            </a:r>
            <a:endParaRPr kumimoji="1" lang="ja-JP" altLang="en-US" sz="11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440D205-F6EE-4995-05E6-9F845FCBF374}"/>
              </a:ext>
            </a:extLst>
          </p:cNvPr>
          <p:cNvSpPr txBox="1"/>
          <p:nvPr/>
        </p:nvSpPr>
        <p:spPr>
          <a:xfrm>
            <a:off x="8174017" y="1244600"/>
            <a:ext cx="668867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100" dirty="0"/>
              <a:t>HTTPS</a:t>
            </a:r>
            <a:endParaRPr kumimoji="1" lang="ja-JP" altLang="en-US" sz="11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6C5220D-E2DF-D946-71B6-B67E885B8AB0}"/>
              </a:ext>
            </a:extLst>
          </p:cNvPr>
          <p:cNvSpPr txBox="1"/>
          <p:nvPr/>
        </p:nvSpPr>
        <p:spPr>
          <a:xfrm>
            <a:off x="8174016" y="2294467"/>
            <a:ext cx="668867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100"/>
              <a:t>HTTPS</a:t>
            </a:r>
            <a:endParaRPr kumimoji="1" lang="ja-JP" altLang="en-US" sz="11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9E9D75A-436D-BE30-A22E-CA88CEFD4389}"/>
              </a:ext>
            </a:extLst>
          </p:cNvPr>
          <p:cNvSpPr txBox="1"/>
          <p:nvPr/>
        </p:nvSpPr>
        <p:spPr>
          <a:xfrm>
            <a:off x="6330361" y="2294467"/>
            <a:ext cx="668867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100" dirty="0"/>
              <a:t>HTTPS</a:t>
            </a:r>
            <a:endParaRPr kumimoji="1" lang="ja-JP" altLang="en-US" sz="11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2BE3024-A60A-2ABB-30AB-17237393F03E}"/>
              </a:ext>
            </a:extLst>
          </p:cNvPr>
          <p:cNvSpPr txBox="1"/>
          <p:nvPr/>
        </p:nvSpPr>
        <p:spPr>
          <a:xfrm>
            <a:off x="8174016" y="2909233"/>
            <a:ext cx="668867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100" dirty="0"/>
              <a:t>HTTPS</a:t>
            </a:r>
            <a:endParaRPr kumimoji="1" lang="ja-JP" altLang="en-US" sz="11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B71A84D-7E19-5F4A-2159-4C9DE02DC6A3}"/>
              </a:ext>
            </a:extLst>
          </p:cNvPr>
          <p:cNvSpPr txBox="1"/>
          <p:nvPr/>
        </p:nvSpPr>
        <p:spPr>
          <a:xfrm>
            <a:off x="6330361" y="2909233"/>
            <a:ext cx="668867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100" dirty="0"/>
              <a:t>HTTPS</a:t>
            </a:r>
            <a:endParaRPr kumimoji="1" lang="ja-JP" altLang="en-US" sz="1100" dirty="0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378ACC95-2E1E-9A17-4E5C-045DDF535A8D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6999228" y="1375405"/>
            <a:ext cx="11747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811529D9-71FD-31B5-CA03-523B802A9655}"/>
              </a:ext>
            </a:extLst>
          </p:cNvPr>
          <p:cNvCxnSpPr>
            <a:cxnSpLocks/>
            <a:stCxn id="13" idx="3"/>
            <a:endCxn id="12" idx="1"/>
          </p:cNvCxnSpPr>
          <p:nvPr/>
        </p:nvCxnSpPr>
        <p:spPr>
          <a:xfrm>
            <a:off x="6999228" y="2425272"/>
            <a:ext cx="11747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A102FF81-CFEF-1C76-C9BF-AF8B8CB9A491}"/>
              </a:ext>
            </a:extLst>
          </p:cNvPr>
          <p:cNvCxnSpPr>
            <a:cxnSpLocks/>
            <a:stCxn id="15" idx="3"/>
            <a:endCxn id="14" idx="1"/>
          </p:cNvCxnSpPr>
          <p:nvPr/>
        </p:nvCxnSpPr>
        <p:spPr>
          <a:xfrm>
            <a:off x="6999228" y="3040038"/>
            <a:ext cx="11747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D004DC6-3128-F590-9281-78020AAD8FC2}"/>
              </a:ext>
            </a:extLst>
          </p:cNvPr>
          <p:cNvSpPr txBox="1"/>
          <p:nvPr/>
        </p:nvSpPr>
        <p:spPr>
          <a:xfrm>
            <a:off x="7279779" y="279716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8081</a:t>
            </a:r>
            <a:endParaRPr kumimoji="1" lang="ja-JP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F7568CB-005F-FD35-908E-C01F89E35047}"/>
              </a:ext>
            </a:extLst>
          </p:cNvPr>
          <p:cNvSpPr txBox="1"/>
          <p:nvPr/>
        </p:nvSpPr>
        <p:spPr>
          <a:xfrm>
            <a:off x="7252599" y="219248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8000</a:t>
            </a:r>
            <a:endParaRPr kumimoji="1"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0E171C8-2947-28A5-6A2A-6156087BBDB2}"/>
              </a:ext>
            </a:extLst>
          </p:cNvPr>
          <p:cNvSpPr txBox="1"/>
          <p:nvPr/>
        </p:nvSpPr>
        <p:spPr>
          <a:xfrm>
            <a:off x="7380839" y="1126067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443</a:t>
            </a:r>
            <a:endParaRPr kumimoji="1" lang="ja-JP" altLang="en-US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BCDFA9BE-2A43-9FC9-9BE8-8DE6796B0EE5}"/>
              </a:ext>
            </a:extLst>
          </p:cNvPr>
          <p:cNvSpPr txBox="1"/>
          <p:nvPr/>
        </p:nvSpPr>
        <p:spPr>
          <a:xfrm>
            <a:off x="7190009" y="245852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暗号化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1D2D9D7-2FB7-D82C-4D10-45A7056D9C47}"/>
              </a:ext>
            </a:extLst>
          </p:cNvPr>
          <p:cNvSpPr txBox="1"/>
          <p:nvPr/>
        </p:nvSpPr>
        <p:spPr>
          <a:xfrm>
            <a:off x="7244359" y="305950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暗号化</a:t>
            </a:r>
          </a:p>
        </p:txBody>
      </p:sp>
      <p:sp>
        <p:nvSpPr>
          <p:cNvPr id="25" name="十字形 24">
            <a:extLst>
              <a:ext uri="{FF2B5EF4-FFF2-40B4-BE49-F238E27FC236}">
                <a16:creationId xmlns:a16="http://schemas.microsoft.com/office/drawing/2014/main" id="{92895846-F478-BC19-C2AC-3D0C102F58A8}"/>
              </a:ext>
            </a:extLst>
          </p:cNvPr>
          <p:cNvSpPr/>
          <p:nvPr/>
        </p:nvSpPr>
        <p:spPr>
          <a:xfrm rot="2606431">
            <a:off x="7429854" y="2142168"/>
            <a:ext cx="397473" cy="420541"/>
          </a:xfrm>
          <a:prstGeom prst="plus">
            <a:avLst>
              <a:gd name="adj" fmla="val 37057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十字形 25">
            <a:extLst>
              <a:ext uri="{FF2B5EF4-FFF2-40B4-BE49-F238E27FC236}">
                <a16:creationId xmlns:a16="http://schemas.microsoft.com/office/drawing/2014/main" id="{576FCA2B-DC1F-621F-B655-6BBD475AFADA}"/>
              </a:ext>
            </a:extLst>
          </p:cNvPr>
          <p:cNvSpPr/>
          <p:nvPr/>
        </p:nvSpPr>
        <p:spPr>
          <a:xfrm rot="2606431">
            <a:off x="7402675" y="2743813"/>
            <a:ext cx="397473" cy="420541"/>
          </a:xfrm>
          <a:prstGeom prst="plus">
            <a:avLst>
              <a:gd name="adj" fmla="val 37057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9136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AAA84-B748-C0DD-C15D-888A6F4F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4E01A52-42F1-1710-B18A-5B35133678B9}"/>
              </a:ext>
            </a:extLst>
          </p:cNvPr>
          <p:cNvSpPr/>
          <p:nvPr/>
        </p:nvSpPr>
        <p:spPr>
          <a:xfrm>
            <a:off x="216816" y="622170"/>
            <a:ext cx="11780451" cy="2988163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9D9A6AD-9FCA-04C7-6CC8-331661C8027C}"/>
              </a:ext>
            </a:extLst>
          </p:cNvPr>
          <p:cNvSpPr/>
          <p:nvPr/>
        </p:nvSpPr>
        <p:spPr>
          <a:xfrm>
            <a:off x="344296" y="749650"/>
            <a:ext cx="2774350" cy="277435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8C21C21-8D39-71BD-07C5-286BBD884AC3}"/>
              </a:ext>
            </a:extLst>
          </p:cNvPr>
          <p:cNvSpPr/>
          <p:nvPr/>
        </p:nvSpPr>
        <p:spPr>
          <a:xfrm>
            <a:off x="3246126" y="749649"/>
            <a:ext cx="2774350" cy="277435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6D89C3D-6F5E-2B7E-2490-6220B6815BF5}"/>
              </a:ext>
            </a:extLst>
          </p:cNvPr>
          <p:cNvSpPr txBox="1"/>
          <p:nvPr/>
        </p:nvSpPr>
        <p:spPr>
          <a:xfrm>
            <a:off x="474132" y="1244600"/>
            <a:ext cx="668867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RHEL</a:t>
            </a:r>
            <a:endParaRPr kumimoji="1" lang="ja-JP" altLang="en-US" sz="12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6B3F1FA-D0F2-44F9-5D5B-E48D5800BAE6}"/>
              </a:ext>
            </a:extLst>
          </p:cNvPr>
          <p:cNvSpPr txBox="1"/>
          <p:nvPr/>
        </p:nvSpPr>
        <p:spPr>
          <a:xfrm>
            <a:off x="2317788" y="1244600"/>
            <a:ext cx="668867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RHEL</a:t>
            </a:r>
            <a:endParaRPr kumimoji="1" lang="ja-JP" altLang="en-US" sz="1200" dirty="0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A08ED674-738C-1F24-813B-E4DED32DD84D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1142999" y="1383100"/>
            <a:ext cx="11747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9B92B91F-A7E5-E2BB-AF5F-E26FDF19B23D}"/>
              </a:ext>
            </a:extLst>
          </p:cNvPr>
          <p:cNvSpPr txBox="1"/>
          <p:nvPr/>
        </p:nvSpPr>
        <p:spPr>
          <a:xfrm>
            <a:off x="1482640" y="112606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22</a:t>
            </a:r>
            <a:endParaRPr kumimoji="1" lang="ja-JP" altLang="en-US" dirty="0"/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9B65B31D-060B-36A1-9674-2D2B19E0B494}"/>
              </a:ext>
            </a:extLst>
          </p:cNvPr>
          <p:cNvSpPr txBox="1"/>
          <p:nvPr/>
        </p:nvSpPr>
        <p:spPr>
          <a:xfrm>
            <a:off x="396426" y="365148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手で設定は面倒</a:t>
            </a:r>
          </a:p>
        </p:txBody>
      </p: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94C6AEEF-F0CB-8A35-B25A-D713A5B9D956}"/>
              </a:ext>
            </a:extLst>
          </p:cNvPr>
          <p:cNvSpPr txBox="1"/>
          <p:nvPr/>
        </p:nvSpPr>
        <p:spPr>
          <a:xfrm>
            <a:off x="3556330" y="3671101"/>
            <a:ext cx="2124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Ansible</a:t>
            </a:r>
            <a:r>
              <a:rPr kumimoji="1" lang="ja-JP" altLang="en-US" dirty="0"/>
              <a:t>で楽々設定</a:t>
            </a:r>
          </a:p>
        </p:txBody>
      </p:sp>
      <p:sp>
        <p:nvSpPr>
          <p:cNvPr id="111" name="矢印: 右 110">
            <a:extLst>
              <a:ext uri="{FF2B5EF4-FFF2-40B4-BE49-F238E27FC236}">
                <a16:creationId xmlns:a16="http://schemas.microsoft.com/office/drawing/2014/main" id="{BAFC6274-6322-D094-710B-E06FFC3BCC7C}"/>
              </a:ext>
            </a:extLst>
          </p:cNvPr>
          <p:cNvSpPr/>
          <p:nvPr/>
        </p:nvSpPr>
        <p:spPr>
          <a:xfrm>
            <a:off x="344296" y="304800"/>
            <a:ext cx="1238971" cy="1897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" name="テキスト ボックス 111">
            <a:extLst>
              <a:ext uri="{FF2B5EF4-FFF2-40B4-BE49-F238E27FC236}">
                <a16:creationId xmlns:a16="http://schemas.microsoft.com/office/drawing/2014/main" id="{592210BD-A125-3420-9D51-1ADF6D11B805}"/>
              </a:ext>
            </a:extLst>
          </p:cNvPr>
          <p:cNvSpPr txBox="1"/>
          <p:nvPr/>
        </p:nvSpPr>
        <p:spPr>
          <a:xfrm>
            <a:off x="1548986" y="22245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こっちへ読み進める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11A165D-7A08-7850-4061-E4266D3090D3}"/>
              </a:ext>
            </a:extLst>
          </p:cNvPr>
          <p:cNvSpPr txBox="1"/>
          <p:nvPr/>
        </p:nvSpPr>
        <p:spPr>
          <a:xfrm>
            <a:off x="3403515" y="2632234"/>
            <a:ext cx="668867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RHEL</a:t>
            </a:r>
            <a:endParaRPr kumimoji="1" lang="ja-JP" altLang="en-US" sz="1200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F69F579-5400-D2AE-7F75-BCCFEAA35F40}"/>
              </a:ext>
            </a:extLst>
          </p:cNvPr>
          <p:cNvSpPr txBox="1"/>
          <p:nvPr/>
        </p:nvSpPr>
        <p:spPr>
          <a:xfrm>
            <a:off x="5247171" y="2632234"/>
            <a:ext cx="668867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RHEL</a:t>
            </a:r>
            <a:endParaRPr kumimoji="1" lang="ja-JP" altLang="en-US" sz="1200" dirty="0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8FFAB62E-0330-BC30-8F93-0A0C75E3B86B}"/>
              </a:ext>
            </a:extLst>
          </p:cNvPr>
          <p:cNvCxnSpPr>
            <a:stCxn id="27" idx="3"/>
            <a:endCxn id="28" idx="1"/>
          </p:cNvCxnSpPr>
          <p:nvPr/>
        </p:nvCxnSpPr>
        <p:spPr>
          <a:xfrm>
            <a:off x="4072382" y="2770734"/>
            <a:ext cx="11747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A9EB4D4A-9CAF-CAC0-4F9B-54589A13D064}"/>
              </a:ext>
            </a:extLst>
          </p:cNvPr>
          <p:cNvSpPr txBox="1"/>
          <p:nvPr/>
        </p:nvSpPr>
        <p:spPr>
          <a:xfrm>
            <a:off x="4412023" y="251370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22</a:t>
            </a:r>
            <a:endParaRPr kumimoji="1" lang="ja-JP" altLang="en-US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1DDAAA95-0828-1747-5886-EC17DDD643CA}"/>
              </a:ext>
            </a:extLst>
          </p:cNvPr>
          <p:cNvSpPr txBox="1"/>
          <p:nvPr/>
        </p:nvSpPr>
        <p:spPr>
          <a:xfrm>
            <a:off x="3393581" y="1353040"/>
            <a:ext cx="668867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RHEL</a:t>
            </a:r>
            <a:endParaRPr kumimoji="1" lang="ja-JP" altLang="en-US" sz="1200" dirty="0"/>
          </a:p>
        </p:txBody>
      </p: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303B874A-361C-6B27-A328-57D7C5BBD83E}"/>
              </a:ext>
            </a:extLst>
          </p:cNvPr>
          <p:cNvCxnSpPr>
            <a:cxnSpLocks/>
            <a:endCxn id="41" idx="2"/>
          </p:cNvCxnSpPr>
          <p:nvPr/>
        </p:nvCxnSpPr>
        <p:spPr>
          <a:xfrm flipV="1">
            <a:off x="3728014" y="1630039"/>
            <a:ext cx="1" cy="1002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8D017BEF-77B7-EEAB-DF0C-FD9CD97A1322}"/>
              </a:ext>
            </a:extLst>
          </p:cNvPr>
          <p:cNvCxnSpPr>
            <a:cxnSpLocks/>
            <a:stCxn id="28" idx="0"/>
          </p:cNvCxnSpPr>
          <p:nvPr/>
        </p:nvCxnSpPr>
        <p:spPr>
          <a:xfrm flipH="1" flipV="1">
            <a:off x="3728014" y="1660423"/>
            <a:ext cx="1853591" cy="9718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7EF26D36-3E16-36B4-75E6-E5F15C961DE8}"/>
              </a:ext>
            </a:extLst>
          </p:cNvPr>
          <p:cNvSpPr txBox="1"/>
          <p:nvPr/>
        </p:nvSpPr>
        <p:spPr>
          <a:xfrm>
            <a:off x="4512592" y="2118253"/>
            <a:ext cx="1047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dirty="0"/>
              <a:t>Ansible</a:t>
            </a:r>
            <a:endParaRPr lang="ja-JP" altLang="en-US" dirty="0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F7848FB1-C4E9-3F21-3A81-0B63F7A90709}"/>
              </a:ext>
            </a:extLst>
          </p:cNvPr>
          <p:cNvSpPr txBox="1"/>
          <p:nvPr/>
        </p:nvSpPr>
        <p:spPr>
          <a:xfrm>
            <a:off x="3545981" y="2092137"/>
            <a:ext cx="1047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dirty="0"/>
              <a:t>Ansible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18288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21B04-75B6-5147-33B7-E2FB2BE4C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矢印: 右 110">
            <a:extLst>
              <a:ext uri="{FF2B5EF4-FFF2-40B4-BE49-F238E27FC236}">
                <a16:creationId xmlns:a16="http://schemas.microsoft.com/office/drawing/2014/main" id="{468912D1-80A6-BCD7-A67C-98A9586729FC}"/>
              </a:ext>
            </a:extLst>
          </p:cNvPr>
          <p:cNvSpPr/>
          <p:nvPr/>
        </p:nvSpPr>
        <p:spPr>
          <a:xfrm>
            <a:off x="344296" y="304800"/>
            <a:ext cx="1238971" cy="1897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" name="テキスト ボックス 111">
            <a:extLst>
              <a:ext uri="{FF2B5EF4-FFF2-40B4-BE49-F238E27FC236}">
                <a16:creationId xmlns:a16="http://schemas.microsoft.com/office/drawing/2014/main" id="{D2D4F29C-7B2E-6AD8-C3AC-386C40518AC0}"/>
              </a:ext>
            </a:extLst>
          </p:cNvPr>
          <p:cNvSpPr txBox="1"/>
          <p:nvPr/>
        </p:nvSpPr>
        <p:spPr>
          <a:xfrm>
            <a:off x="1548986" y="22245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こっちへ読み進める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B00EFFD-725F-28AF-BD27-A2A092D4AE83}"/>
              </a:ext>
            </a:extLst>
          </p:cNvPr>
          <p:cNvSpPr/>
          <p:nvPr/>
        </p:nvSpPr>
        <p:spPr>
          <a:xfrm>
            <a:off x="216816" y="622170"/>
            <a:ext cx="11780451" cy="2988163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45190B1-2133-3DF2-2A92-69419BDB2141}"/>
              </a:ext>
            </a:extLst>
          </p:cNvPr>
          <p:cNvSpPr/>
          <p:nvPr/>
        </p:nvSpPr>
        <p:spPr>
          <a:xfrm>
            <a:off x="344296" y="749650"/>
            <a:ext cx="2774350" cy="277435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5516E99-89E4-EC48-1EFE-0545009189C0}"/>
              </a:ext>
            </a:extLst>
          </p:cNvPr>
          <p:cNvSpPr/>
          <p:nvPr/>
        </p:nvSpPr>
        <p:spPr>
          <a:xfrm>
            <a:off x="4698763" y="749650"/>
            <a:ext cx="2774350" cy="277435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E550748-A508-4DF2-8B09-BEC521C0EE75}"/>
              </a:ext>
            </a:extLst>
          </p:cNvPr>
          <p:cNvSpPr/>
          <p:nvPr/>
        </p:nvSpPr>
        <p:spPr>
          <a:xfrm>
            <a:off x="9049786" y="749650"/>
            <a:ext cx="2774350" cy="277435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320AE10-6E29-03E2-99A2-E60A76BE30C2}"/>
              </a:ext>
            </a:extLst>
          </p:cNvPr>
          <p:cNvSpPr txBox="1"/>
          <p:nvPr/>
        </p:nvSpPr>
        <p:spPr>
          <a:xfrm>
            <a:off x="478541" y="90275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Key/</a:t>
            </a:r>
            <a:r>
              <a:rPr kumimoji="1" lang="ja-JP" altLang="en-US" dirty="0"/>
              <a:t>秘密鍵</a:t>
            </a:r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80FBBF83-1B08-F9B4-F41B-551D10252718}"/>
              </a:ext>
            </a:extLst>
          </p:cNvPr>
          <p:cNvSpPr/>
          <p:nvPr/>
        </p:nvSpPr>
        <p:spPr>
          <a:xfrm>
            <a:off x="3553905" y="1621410"/>
            <a:ext cx="970961" cy="4713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40C270DE-6AAC-CC68-4C9E-CC48190418CD}"/>
              </a:ext>
            </a:extLst>
          </p:cNvPr>
          <p:cNvSpPr/>
          <p:nvPr/>
        </p:nvSpPr>
        <p:spPr>
          <a:xfrm>
            <a:off x="7700732" y="1621410"/>
            <a:ext cx="970961" cy="4713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A0142EB-7039-9601-4C10-40E53BAC759E}"/>
              </a:ext>
            </a:extLst>
          </p:cNvPr>
          <p:cNvSpPr txBox="1"/>
          <p:nvPr/>
        </p:nvSpPr>
        <p:spPr>
          <a:xfrm>
            <a:off x="3166296" y="216828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秘密鍵で署名</a:t>
            </a:r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644CC70-4E8D-F6D8-9055-24BD8F49913B}"/>
              </a:ext>
            </a:extLst>
          </p:cNvPr>
          <p:cNvSpPr txBox="1"/>
          <p:nvPr/>
        </p:nvSpPr>
        <p:spPr>
          <a:xfrm>
            <a:off x="7479675" y="2168288"/>
            <a:ext cx="16450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オレオレ</a:t>
            </a:r>
            <a:r>
              <a:rPr kumimoji="1" lang="en-US" altLang="ja-JP" dirty="0"/>
              <a:t>CA</a:t>
            </a:r>
            <a:r>
              <a:rPr kumimoji="1" lang="ja-JP" altLang="en-US" dirty="0"/>
              <a:t>が</a:t>
            </a:r>
            <a:endParaRPr kumimoji="1" lang="en-US" altLang="ja-JP" dirty="0"/>
          </a:p>
          <a:p>
            <a:r>
              <a:rPr kumimoji="1" lang="ja-JP" altLang="en-US" dirty="0"/>
              <a:t>審査・署名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6D3E420-91F5-A833-91A9-7A708963C6B5}"/>
              </a:ext>
            </a:extLst>
          </p:cNvPr>
          <p:cNvSpPr txBox="1"/>
          <p:nvPr/>
        </p:nvSpPr>
        <p:spPr>
          <a:xfrm>
            <a:off x="4735956" y="812576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CSA/</a:t>
            </a:r>
          </a:p>
          <a:p>
            <a:r>
              <a:rPr kumimoji="1" lang="ja-JP" altLang="en-US" dirty="0"/>
              <a:t>オレオレ</a:t>
            </a:r>
            <a:r>
              <a:rPr lang="zh-TW" altLang="en-US" dirty="0"/>
              <a:t>証明書署名要求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0652CFC-8504-9B20-6EBA-55DA525D08BC}"/>
              </a:ext>
            </a:extLst>
          </p:cNvPr>
          <p:cNvSpPr txBox="1"/>
          <p:nvPr/>
        </p:nvSpPr>
        <p:spPr>
          <a:xfrm>
            <a:off x="9231265" y="812576"/>
            <a:ext cx="2369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CRT/</a:t>
            </a:r>
            <a:r>
              <a:rPr kumimoji="1" lang="ja-JP" altLang="en-US" dirty="0"/>
              <a:t>オレオレ</a:t>
            </a:r>
            <a:r>
              <a:rPr lang="ja-JP" altLang="en-US" dirty="0"/>
              <a:t>証明書</a:t>
            </a:r>
            <a:endParaRPr lang="zh-TW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BDA7EC1-7ABD-221E-0509-FFC02AFABB25}"/>
              </a:ext>
            </a:extLst>
          </p:cNvPr>
          <p:cNvSpPr txBox="1"/>
          <p:nvPr/>
        </p:nvSpPr>
        <p:spPr>
          <a:xfrm>
            <a:off x="344296" y="1848009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自分だけが持つ秘密の鍵</a:t>
            </a:r>
            <a:endParaRPr lang="en-US" altLang="ja-JP" dirty="0"/>
          </a:p>
          <a:p>
            <a:r>
              <a:rPr lang="ja-JP" altLang="en-US" dirty="0"/>
              <a:t>外部に渡さない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26391B1-6C21-4DE9-6D81-A7227F233112}"/>
              </a:ext>
            </a:extLst>
          </p:cNvPr>
          <p:cNvSpPr txBox="1"/>
          <p:nvPr/>
        </p:nvSpPr>
        <p:spPr>
          <a:xfrm>
            <a:off x="4794299" y="1848009"/>
            <a:ext cx="25603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公開鍵 </a:t>
            </a:r>
            <a:r>
              <a:rPr lang="en-US" altLang="ja-JP" dirty="0"/>
              <a:t>+ </a:t>
            </a:r>
            <a:r>
              <a:rPr lang="ja-JP" altLang="en-US" dirty="0"/>
              <a:t>組織情報など</a:t>
            </a:r>
            <a:endParaRPr lang="en-US" altLang="ja-JP" dirty="0"/>
          </a:p>
          <a:p>
            <a:r>
              <a:rPr lang="en-US" altLang="ja-JP" dirty="0"/>
              <a:t>CA</a:t>
            </a:r>
            <a:r>
              <a:rPr lang="ja-JP" altLang="en-US" dirty="0"/>
              <a:t>に提出する“申請書”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9376733-6D3B-4979-8CD1-928752104A92}"/>
              </a:ext>
            </a:extLst>
          </p:cNvPr>
          <p:cNvSpPr txBox="1"/>
          <p:nvPr/>
        </p:nvSpPr>
        <p:spPr>
          <a:xfrm>
            <a:off x="9038558" y="1848009"/>
            <a:ext cx="27238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公開鍵 </a:t>
            </a:r>
            <a:r>
              <a:rPr lang="en-US" altLang="ja-JP" dirty="0"/>
              <a:t>+ CA </a:t>
            </a:r>
            <a:r>
              <a:rPr lang="ja-JP" altLang="en-US" dirty="0"/>
              <a:t>の署名</a:t>
            </a:r>
          </a:p>
          <a:p>
            <a:r>
              <a:rPr lang="ja-JP" altLang="en-US" dirty="0"/>
              <a:t>「この公開鍵は正しい」</a:t>
            </a:r>
            <a:endParaRPr lang="en-US" altLang="ja-JP" dirty="0"/>
          </a:p>
          <a:p>
            <a:r>
              <a:rPr lang="ja-JP" altLang="en-US" dirty="0"/>
              <a:t>と証明 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3E7FDCA-EA8A-24A8-40D0-A0380468C9AD}"/>
              </a:ext>
            </a:extLst>
          </p:cNvPr>
          <p:cNvSpPr txBox="1"/>
          <p:nvPr/>
        </p:nvSpPr>
        <p:spPr>
          <a:xfrm>
            <a:off x="1801346" y="3638858"/>
            <a:ext cx="88761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オレオレ</a:t>
            </a:r>
            <a:r>
              <a:rPr lang="en-US" altLang="ja-JP" dirty="0"/>
              <a:t>CA</a:t>
            </a:r>
            <a:r>
              <a:rPr lang="ja-JP" altLang="en-US" dirty="0"/>
              <a:t>、自分で作った</a:t>
            </a:r>
            <a:r>
              <a:rPr lang="en-US" altLang="ja-JP" dirty="0"/>
              <a:t>CA</a:t>
            </a:r>
            <a:r>
              <a:rPr lang="ja-JP" altLang="en-US" dirty="0"/>
              <a:t>。無料で作れるが、外部公開サイトには基本使えない</a:t>
            </a:r>
            <a:endParaRPr lang="en-US" altLang="ja-JP" dirty="0"/>
          </a:p>
          <a:p>
            <a:r>
              <a:rPr lang="ja-JP" altLang="en-US" dirty="0"/>
              <a:t>社内ではユーザーが </a:t>
            </a:r>
            <a:r>
              <a:rPr lang="en-US" altLang="ja-JP" dirty="0"/>
              <a:t>root </a:t>
            </a:r>
            <a:r>
              <a:rPr lang="ja-JP" altLang="en-US" dirty="0"/>
              <a:t>証明書をインストールして使わないと警告が出る</a:t>
            </a:r>
          </a:p>
        </p:txBody>
      </p:sp>
    </p:spTree>
    <p:extLst>
      <p:ext uri="{BB962C8B-B14F-4D97-AF65-F5344CB8AC3E}">
        <p14:creationId xmlns:p14="http://schemas.microsoft.com/office/powerpoint/2010/main" val="4061754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BBD3B-B2F0-F186-80E5-663A868FE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8C909586-59A2-E942-A2D7-BFDE9CFD757F}"/>
              </a:ext>
            </a:extLst>
          </p:cNvPr>
          <p:cNvGrpSpPr/>
          <p:nvPr/>
        </p:nvGrpSpPr>
        <p:grpSpPr>
          <a:xfrm>
            <a:off x="216816" y="622170"/>
            <a:ext cx="11780451" cy="2988163"/>
            <a:chOff x="216816" y="622170"/>
            <a:chExt cx="14083220" cy="3572271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45DF30CA-4D52-BD3B-07CE-24767E18E388}"/>
                </a:ext>
              </a:extLst>
            </p:cNvPr>
            <p:cNvSpPr/>
            <p:nvPr/>
          </p:nvSpPr>
          <p:spPr>
            <a:xfrm>
              <a:off x="216816" y="622170"/>
              <a:ext cx="14083220" cy="3572271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C55691CF-D35D-E639-0F87-B05590E130D8}"/>
                </a:ext>
              </a:extLst>
            </p:cNvPr>
            <p:cNvSpPr/>
            <p:nvPr/>
          </p:nvSpPr>
          <p:spPr>
            <a:xfrm>
              <a:off x="369215" y="774569"/>
              <a:ext cx="3316663" cy="3316663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A061AFA0-8C3E-439A-BAD3-81472F4ADB6A}"/>
                </a:ext>
              </a:extLst>
            </p:cNvPr>
            <p:cNvSpPr/>
            <p:nvPr/>
          </p:nvSpPr>
          <p:spPr>
            <a:xfrm>
              <a:off x="3838277" y="774568"/>
              <a:ext cx="3316663" cy="3316663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B3AE0962-C128-ED51-5E88-73EC8B74C243}"/>
                </a:ext>
              </a:extLst>
            </p:cNvPr>
            <p:cNvSpPr/>
            <p:nvPr/>
          </p:nvSpPr>
          <p:spPr>
            <a:xfrm>
              <a:off x="7374902" y="774569"/>
              <a:ext cx="3316663" cy="3316663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7B9B656A-8CD9-D1F9-625B-28ECEF808A39}"/>
                </a:ext>
              </a:extLst>
            </p:cNvPr>
            <p:cNvSpPr/>
            <p:nvPr/>
          </p:nvSpPr>
          <p:spPr>
            <a:xfrm>
              <a:off x="10843964" y="774568"/>
              <a:ext cx="3316663" cy="3316663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71872F0-525B-FFF1-5A31-20391C4B1BA6}"/>
              </a:ext>
            </a:extLst>
          </p:cNvPr>
          <p:cNvSpPr txBox="1"/>
          <p:nvPr/>
        </p:nvSpPr>
        <p:spPr>
          <a:xfrm>
            <a:off x="474132" y="1244600"/>
            <a:ext cx="668867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HTTP</a:t>
            </a:r>
            <a:endParaRPr kumimoji="1" lang="ja-JP" altLang="en-US" sz="12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3AC7BF7-2927-A31D-AA58-5CA16C8537CF}"/>
              </a:ext>
            </a:extLst>
          </p:cNvPr>
          <p:cNvSpPr txBox="1"/>
          <p:nvPr/>
        </p:nvSpPr>
        <p:spPr>
          <a:xfrm>
            <a:off x="2317788" y="1244600"/>
            <a:ext cx="668867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HTTP</a:t>
            </a:r>
            <a:endParaRPr kumimoji="1" lang="ja-JP" altLang="en-US" sz="1200" dirty="0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9B050697-5E03-E4B6-E8B2-0835CB21F7D6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1142999" y="1383100"/>
            <a:ext cx="11747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6F3AA43-10AC-9D34-1292-1963B5661197}"/>
              </a:ext>
            </a:extLst>
          </p:cNvPr>
          <p:cNvSpPr txBox="1"/>
          <p:nvPr/>
        </p:nvSpPr>
        <p:spPr>
          <a:xfrm>
            <a:off x="3405297" y="1244600"/>
            <a:ext cx="668867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100" dirty="0"/>
              <a:t>HTTPS</a:t>
            </a:r>
            <a:endParaRPr kumimoji="1" lang="ja-JP" altLang="en-US" sz="1100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5A5B0A76-04D7-4D0A-9499-7A9A462623F4}"/>
              </a:ext>
            </a:extLst>
          </p:cNvPr>
          <p:cNvSpPr txBox="1"/>
          <p:nvPr/>
        </p:nvSpPr>
        <p:spPr>
          <a:xfrm>
            <a:off x="5248953" y="1244600"/>
            <a:ext cx="668867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100" dirty="0"/>
              <a:t>HTTPS</a:t>
            </a:r>
            <a:endParaRPr kumimoji="1" lang="ja-JP" altLang="en-US" sz="110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35E07897-C54A-7674-8EFD-EBD7225CA9C3}"/>
              </a:ext>
            </a:extLst>
          </p:cNvPr>
          <p:cNvSpPr txBox="1"/>
          <p:nvPr/>
        </p:nvSpPr>
        <p:spPr>
          <a:xfrm>
            <a:off x="5248952" y="2294467"/>
            <a:ext cx="668867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100"/>
              <a:t>HTTPS</a:t>
            </a:r>
            <a:endParaRPr kumimoji="1" lang="ja-JP" altLang="en-US" sz="1100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5843655-D4B5-58EC-EEC5-B64D9AF8E96D}"/>
              </a:ext>
            </a:extLst>
          </p:cNvPr>
          <p:cNvSpPr txBox="1"/>
          <p:nvPr/>
        </p:nvSpPr>
        <p:spPr>
          <a:xfrm>
            <a:off x="3405297" y="2294467"/>
            <a:ext cx="668867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100" dirty="0"/>
              <a:t>HTTPS</a:t>
            </a:r>
            <a:endParaRPr kumimoji="1" lang="ja-JP" altLang="en-US" sz="1100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CCB049C0-C1F9-237B-B58D-C7888ABDD67E}"/>
              </a:ext>
            </a:extLst>
          </p:cNvPr>
          <p:cNvSpPr txBox="1"/>
          <p:nvPr/>
        </p:nvSpPr>
        <p:spPr>
          <a:xfrm>
            <a:off x="5248952" y="2909233"/>
            <a:ext cx="668867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100" dirty="0"/>
              <a:t>HTTPS</a:t>
            </a:r>
            <a:endParaRPr kumimoji="1" lang="ja-JP" altLang="en-US" sz="1100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294D531F-5D48-149B-2919-D8A25039E7F6}"/>
              </a:ext>
            </a:extLst>
          </p:cNvPr>
          <p:cNvSpPr txBox="1"/>
          <p:nvPr/>
        </p:nvSpPr>
        <p:spPr>
          <a:xfrm>
            <a:off x="3405297" y="2909233"/>
            <a:ext cx="668867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100" dirty="0"/>
              <a:t>HTTPS</a:t>
            </a:r>
            <a:endParaRPr kumimoji="1" lang="ja-JP" altLang="en-US" sz="1100" dirty="0"/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6F76B4D1-3133-675A-821C-3697995FF15B}"/>
              </a:ext>
            </a:extLst>
          </p:cNvPr>
          <p:cNvCxnSpPr>
            <a:stCxn id="30" idx="3"/>
            <a:endCxn id="31" idx="1"/>
          </p:cNvCxnSpPr>
          <p:nvPr/>
        </p:nvCxnSpPr>
        <p:spPr>
          <a:xfrm>
            <a:off x="4074164" y="1375405"/>
            <a:ext cx="11747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04AF921D-28BC-2DE1-FAE1-5D20A6E45468}"/>
              </a:ext>
            </a:extLst>
          </p:cNvPr>
          <p:cNvCxnSpPr>
            <a:cxnSpLocks/>
            <a:stCxn id="33" idx="3"/>
            <a:endCxn id="32" idx="1"/>
          </p:cNvCxnSpPr>
          <p:nvPr/>
        </p:nvCxnSpPr>
        <p:spPr>
          <a:xfrm>
            <a:off x="4074164" y="2425272"/>
            <a:ext cx="11747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A19A64E6-50E8-51A9-8876-C38DE1A9E57D}"/>
              </a:ext>
            </a:extLst>
          </p:cNvPr>
          <p:cNvCxnSpPr>
            <a:cxnSpLocks/>
            <a:stCxn id="35" idx="3"/>
            <a:endCxn id="34" idx="1"/>
          </p:cNvCxnSpPr>
          <p:nvPr/>
        </p:nvCxnSpPr>
        <p:spPr>
          <a:xfrm>
            <a:off x="4074164" y="3040038"/>
            <a:ext cx="11747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D61F64D9-BF2C-070F-A45C-60A17ED211C4}"/>
              </a:ext>
            </a:extLst>
          </p:cNvPr>
          <p:cNvSpPr txBox="1"/>
          <p:nvPr/>
        </p:nvSpPr>
        <p:spPr>
          <a:xfrm>
            <a:off x="1133826" y="114468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80</a:t>
            </a:r>
            <a:endParaRPr kumimoji="1" lang="ja-JP" altLang="en-US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2565DBEF-F780-A9AB-7FD3-2BC08B6342A4}"/>
              </a:ext>
            </a:extLst>
          </p:cNvPr>
          <p:cNvSpPr txBox="1"/>
          <p:nvPr/>
        </p:nvSpPr>
        <p:spPr>
          <a:xfrm>
            <a:off x="4354715" y="279716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8081</a:t>
            </a:r>
            <a:endParaRPr kumimoji="1" lang="ja-JP" altLang="en-US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951351AB-9134-761B-AE3A-6596FCBD0BCF}"/>
              </a:ext>
            </a:extLst>
          </p:cNvPr>
          <p:cNvSpPr txBox="1"/>
          <p:nvPr/>
        </p:nvSpPr>
        <p:spPr>
          <a:xfrm>
            <a:off x="4327535" y="219248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8000</a:t>
            </a:r>
            <a:endParaRPr kumimoji="1" lang="ja-JP" altLang="en-US" dirty="0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F75546BF-70FE-8AF6-48A9-2824826DF3B0}"/>
              </a:ext>
            </a:extLst>
          </p:cNvPr>
          <p:cNvSpPr txBox="1"/>
          <p:nvPr/>
        </p:nvSpPr>
        <p:spPr>
          <a:xfrm>
            <a:off x="4455775" y="1126067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443</a:t>
            </a:r>
            <a:endParaRPr kumimoji="1" lang="ja-JP" altLang="en-US" dirty="0"/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81939CB7-2528-7196-FF34-215B08BB58E8}"/>
              </a:ext>
            </a:extLst>
          </p:cNvPr>
          <p:cNvSpPr txBox="1"/>
          <p:nvPr/>
        </p:nvSpPr>
        <p:spPr>
          <a:xfrm>
            <a:off x="396426" y="3651480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HTTP</a:t>
            </a:r>
            <a:r>
              <a:rPr lang="ja-JP" altLang="en-US" dirty="0"/>
              <a:t>生送信は</a:t>
            </a:r>
            <a:endParaRPr lang="en-US" altLang="ja-JP" dirty="0"/>
          </a:p>
          <a:p>
            <a:r>
              <a:rPr lang="ja-JP" altLang="en-US" dirty="0"/>
              <a:t>セキュリティ的に危険</a:t>
            </a:r>
            <a:endParaRPr kumimoji="1" lang="ja-JP" altLang="en-US" dirty="0"/>
          </a:p>
        </p:txBody>
      </p: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9BB7ACB7-6D53-04DC-8C31-71583FD66FE2}"/>
              </a:ext>
            </a:extLst>
          </p:cNvPr>
          <p:cNvSpPr txBox="1"/>
          <p:nvPr/>
        </p:nvSpPr>
        <p:spPr>
          <a:xfrm>
            <a:off x="3556330" y="3671101"/>
            <a:ext cx="2629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k3s</a:t>
            </a:r>
            <a:r>
              <a:rPr kumimoji="1" lang="ja-JP" altLang="en-US" dirty="0"/>
              <a:t>でクラスター空間の</a:t>
            </a:r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47CDADA1-8DF9-9963-5A94-5F6B0228A441}"/>
              </a:ext>
            </a:extLst>
          </p:cNvPr>
          <p:cNvSpPr txBox="1"/>
          <p:nvPr/>
        </p:nvSpPr>
        <p:spPr>
          <a:xfrm>
            <a:off x="6658926" y="3619193"/>
            <a:ext cx="1574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FW</a:t>
            </a:r>
            <a:r>
              <a:rPr lang="ja-JP" altLang="en-US" dirty="0"/>
              <a:t>で通信</a:t>
            </a:r>
            <a:r>
              <a:rPr lang="en-US" altLang="ja-JP" dirty="0"/>
              <a:t>NG</a:t>
            </a:r>
            <a:endParaRPr kumimoji="1" lang="ja-JP" altLang="en-US" dirty="0"/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6D10164E-B19C-BCC8-953C-9624F9455ABB}"/>
              </a:ext>
            </a:extLst>
          </p:cNvPr>
          <p:cNvSpPr txBox="1"/>
          <p:nvPr/>
        </p:nvSpPr>
        <p:spPr>
          <a:xfrm>
            <a:off x="2336588" y="2319867"/>
            <a:ext cx="668867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HTTP</a:t>
            </a:r>
            <a:endParaRPr kumimoji="1" lang="ja-JP" altLang="en-US" sz="1200" dirty="0"/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633C1638-BF9A-481F-BC37-5D27311E9A46}"/>
              </a:ext>
            </a:extLst>
          </p:cNvPr>
          <p:cNvSpPr txBox="1"/>
          <p:nvPr/>
        </p:nvSpPr>
        <p:spPr>
          <a:xfrm>
            <a:off x="492933" y="2319867"/>
            <a:ext cx="668867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HTTP</a:t>
            </a:r>
            <a:endParaRPr kumimoji="1" lang="ja-JP" altLang="en-US" sz="1200" dirty="0"/>
          </a:p>
        </p:txBody>
      </p:sp>
      <p:cxnSp>
        <p:nvCxnSpPr>
          <p:cNvPr id="102" name="直線コネクタ 101">
            <a:extLst>
              <a:ext uri="{FF2B5EF4-FFF2-40B4-BE49-F238E27FC236}">
                <a16:creationId xmlns:a16="http://schemas.microsoft.com/office/drawing/2014/main" id="{33747C73-D199-AD29-7136-1A6C9FF01784}"/>
              </a:ext>
            </a:extLst>
          </p:cNvPr>
          <p:cNvCxnSpPr>
            <a:cxnSpLocks/>
            <a:stCxn id="99" idx="3"/>
            <a:endCxn id="98" idx="1"/>
          </p:cNvCxnSpPr>
          <p:nvPr/>
        </p:nvCxnSpPr>
        <p:spPr>
          <a:xfrm>
            <a:off x="1161800" y="2458367"/>
            <a:ext cx="11747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833A6208-733A-F75F-045F-AC49F2421634}"/>
              </a:ext>
            </a:extLst>
          </p:cNvPr>
          <p:cNvSpPr txBox="1"/>
          <p:nvPr/>
        </p:nvSpPr>
        <p:spPr>
          <a:xfrm>
            <a:off x="1109406" y="218894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8002</a:t>
            </a:r>
            <a:endParaRPr kumimoji="1" lang="ja-JP" altLang="en-US" dirty="0"/>
          </a:p>
        </p:txBody>
      </p: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33E6E7D9-8D83-4854-DD3A-340661AD29DF}"/>
              </a:ext>
            </a:extLst>
          </p:cNvPr>
          <p:cNvSpPr txBox="1"/>
          <p:nvPr/>
        </p:nvSpPr>
        <p:spPr>
          <a:xfrm>
            <a:off x="4264945" y="245852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暗号化</a:t>
            </a:r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39F30898-5D0E-E81E-AC3E-716C6C77B611}"/>
              </a:ext>
            </a:extLst>
          </p:cNvPr>
          <p:cNvSpPr txBox="1"/>
          <p:nvPr/>
        </p:nvSpPr>
        <p:spPr>
          <a:xfrm>
            <a:off x="4319295" y="305950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暗号化</a:t>
            </a:r>
          </a:p>
        </p:txBody>
      </p: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E23942D6-6886-DD40-BDA0-3D115AA422CE}"/>
              </a:ext>
            </a:extLst>
          </p:cNvPr>
          <p:cNvSpPr txBox="1"/>
          <p:nvPr/>
        </p:nvSpPr>
        <p:spPr>
          <a:xfrm>
            <a:off x="9797853" y="371575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どうしよう？</a:t>
            </a:r>
          </a:p>
        </p:txBody>
      </p:sp>
      <p:sp>
        <p:nvSpPr>
          <p:cNvPr id="111" name="矢印: 右 110">
            <a:extLst>
              <a:ext uri="{FF2B5EF4-FFF2-40B4-BE49-F238E27FC236}">
                <a16:creationId xmlns:a16="http://schemas.microsoft.com/office/drawing/2014/main" id="{957F9BF8-9748-8609-8BB0-5D9E8CB75878}"/>
              </a:ext>
            </a:extLst>
          </p:cNvPr>
          <p:cNvSpPr/>
          <p:nvPr/>
        </p:nvSpPr>
        <p:spPr>
          <a:xfrm>
            <a:off x="344296" y="304800"/>
            <a:ext cx="1238971" cy="1897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" name="テキスト ボックス 111">
            <a:extLst>
              <a:ext uri="{FF2B5EF4-FFF2-40B4-BE49-F238E27FC236}">
                <a16:creationId xmlns:a16="http://schemas.microsoft.com/office/drawing/2014/main" id="{7488AD00-4A72-0356-5765-F54BF9EFD9A3}"/>
              </a:ext>
            </a:extLst>
          </p:cNvPr>
          <p:cNvSpPr txBox="1"/>
          <p:nvPr/>
        </p:nvSpPr>
        <p:spPr>
          <a:xfrm>
            <a:off x="1548986" y="22245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こっちへ読み進める</a:t>
            </a:r>
          </a:p>
        </p:txBody>
      </p:sp>
      <p:sp>
        <p:nvSpPr>
          <p:cNvPr id="113" name="テキスト ボックス 112">
            <a:extLst>
              <a:ext uri="{FF2B5EF4-FFF2-40B4-BE49-F238E27FC236}">
                <a16:creationId xmlns:a16="http://schemas.microsoft.com/office/drawing/2014/main" id="{3C79BAE6-6BB5-71F3-F4BF-F30F05E70EA9}"/>
              </a:ext>
            </a:extLst>
          </p:cNvPr>
          <p:cNvSpPr txBox="1"/>
          <p:nvPr/>
        </p:nvSpPr>
        <p:spPr>
          <a:xfrm>
            <a:off x="9238349" y="688881"/>
            <a:ext cx="2313454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6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？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A108BC6-2973-6D03-C36D-BCAF06AC801F}"/>
              </a:ext>
            </a:extLst>
          </p:cNvPr>
          <p:cNvSpPr txBox="1"/>
          <p:nvPr/>
        </p:nvSpPr>
        <p:spPr>
          <a:xfrm>
            <a:off x="6330361" y="1244600"/>
            <a:ext cx="668867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100" dirty="0"/>
              <a:t>HTTPS</a:t>
            </a:r>
            <a:endParaRPr kumimoji="1" lang="ja-JP" altLang="en-US" sz="11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1FAB744-CF79-F357-F442-BE00892F14F9}"/>
              </a:ext>
            </a:extLst>
          </p:cNvPr>
          <p:cNvSpPr txBox="1"/>
          <p:nvPr/>
        </p:nvSpPr>
        <p:spPr>
          <a:xfrm>
            <a:off x="8174017" y="1244600"/>
            <a:ext cx="668867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100" dirty="0"/>
              <a:t>HTTPS</a:t>
            </a:r>
            <a:endParaRPr kumimoji="1" lang="ja-JP" altLang="en-US" sz="11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7A71293-E787-40A7-EEA7-12FA4EBE9B84}"/>
              </a:ext>
            </a:extLst>
          </p:cNvPr>
          <p:cNvSpPr txBox="1"/>
          <p:nvPr/>
        </p:nvSpPr>
        <p:spPr>
          <a:xfrm>
            <a:off x="8174016" y="2294467"/>
            <a:ext cx="668867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100"/>
              <a:t>HTTPS</a:t>
            </a:r>
            <a:endParaRPr kumimoji="1" lang="ja-JP" altLang="en-US" sz="11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3C9C586-98C0-3B7B-F4F5-BC718754CF9F}"/>
              </a:ext>
            </a:extLst>
          </p:cNvPr>
          <p:cNvSpPr txBox="1"/>
          <p:nvPr/>
        </p:nvSpPr>
        <p:spPr>
          <a:xfrm>
            <a:off x="6330361" y="2294467"/>
            <a:ext cx="668867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100" dirty="0"/>
              <a:t>HTTPS</a:t>
            </a:r>
            <a:endParaRPr kumimoji="1" lang="ja-JP" altLang="en-US" sz="11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FD37822-66BA-396A-401F-818BD425CC31}"/>
              </a:ext>
            </a:extLst>
          </p:cNvPr>
          <p:cNvSpPr txBox="1"/>
          <p:nvPr/>
        </p:nvSpPr>
        <p:spPr>
          <a:xfrm>
            <a:off x="8174016" y="2909233"/>
            <a:ext cx="668867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100" dirty="0"/>
              <a:t>HTTPS</a:t>
            </a:r>
            <a:endParaRPr kumimoji="1" lang="ja-JP" altLang="en-US" sz="11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048591F-459D-BE6F-C683-F14DECC32610}"/>
              </a:ext>
            </a:extLst>
          </p:cNvPr>
          <p:cNvSpPr txBox="1"/>
          <p:nvPr/>
        </p:nvSpPr>
        <p:spPr>
          <a:xfrm>
            <a:off x="6330361" y="2909233"/>
            <a:ext cx="668867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100" dirty="0"/>
              <a:t>HTTPS</a:t>
            </a:r>
            <a:endParaRPr kumimoji="1" lang="ja-JP" altLang="en-US" sz="1100" dirty="0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68C881C7-31AA-A25A-9E00-84A697F55F6E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6999228" y="1375405"/>
            <a:ext cx="11747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3BF32161-798C-B764-202C-63A6ECD0DC7C}"/>
              </a:ext>
            </a:extLst>
          </p:cNvPr>
          <p:cNvCxnSpPr>
            <a:cxnSpLocks/>
            <a:stCxn id="13" idx="3"/>
            <a:endCxn id="12" idx="1"/>
          </p:cNvCxnSpPr>
          <p:nvPr/>
        </p:nvCxnSpPr>
        <p:spPr>
          <a:xfrm>
            <a:off x="6999228" y="2425272"/>
            <a:ext cx="11747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025879CE-47B3-7B7C-3A37-56F5B4060546}"/>
              </a:ext>
            </a:extLst>
          </p:cNvPr>
          <p:cNvCxnSpPr>
            <a:cxnSpLocks/>
            <a:stCxn id="15" idx="3"/>
            <a:endCxn id="14" idx="1"/>
          </p:cNvCxnSpPr>
          <p:nvPr/>
        </p:nvCxnSpPr>
        <p:spPr>
          <a:xfrm>
            <a:off x="6999228" y="3040038"/>
            <a:ext cx="11747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D9F17C3-F465-EC45-2DEB-D652EC04402F}"/>
              </a:ext>
            </a:extLst>
          </p:cNvPr>
          <p:cNvSpPr txBox="1"/>
          <p:nvPr/>
        </p:nvSpPr>
        <p:spPr>
          <a:xfrm>
            <a:off x="7279779" y="279716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8081</a:t>
            </a:r>
            <a:endParaRPr kumimoji="1" lang="ja-JP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92DD3C3-7BFD-7CC6-89BA-0A130A6D03CA}"/>
              </a:ext>
            </a:extLst>
          </p:cNvPr>
          <p:cNvSpPr txBox="1"/>
          <p:nvPr/>
        </p:nvSpPr>
        <p:spPr>
          <a:xfrm>
            <a:off x="7252599" y="219248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8000</a:t>
            </a:r>
            <a:endParaRPr kumimoji="1"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FCCF97D-7EB3-FBEA-F613-84CB41D0ECB7}"/>
              </a:ext>
            </a:extLst>
          </p:cNvPr>
          <p:cNvSpPr txBox="1"/>
          <p:nvPr/>
        </p:nvSpPr>
        <p:spPr>
          <a:xfrm>
            <a:off x="7380839" y="1126067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443</a:t>
            </a:r>
            <a:endParaRPr kumimoji="1" lang="ja-JP" altLang="en-US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15D8138-3093-D044-39A4-25C79EAEF6EA}"/>
              </a:ext>
            </a:extLst>
          </p:cNvPr>
          <p:cNvSpPr txBox="1"/>
          <p:nvPr/>
        </p:nvSpPr>
        <p:spPr>
          <a:xfrm>
            <a:off x="7190009" y="245852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暗号化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B5813E4-7170-5542-C222-6B4216A4D119}"/>
              </a:ext>
            </a:extLst>
          </p:cNvPr>
          <p:cNvSpPr txBox="1"/>
          <p:nvPr/>
        </p:nvSpPr>
        <p:spPr>
          <a:xfrm>
            <a:off x="7244359" y="305950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暗号化</a:t>
            </a:r>
          </a:p>
        </p:txBody>
      </p:sp>
      <p:sp>
        <p:nvSpPr>
          <p:cNvPr id="25" name="十字形 24">
            <a:extLst>
              <a:ext uri="{FF2B5EF4-FFF2-40B4-BE49-F238E27FC236}">
                <a16:creationId xmlns:a16="http://schemas.microsoft.com/office/drawing/2014/main" id="{5BC49590-08C4-E51B-9F0B-9500A6FD1FA6}"/>
              </a:ext>
            </a:extLst>
          </p:cNvPr>
          <p:cNvSpPr/>
          <p:nvPr/>
        </p:nvSpPr>
        <p:spPr>
          <a:xfrm rot="2606431">
            <a:off x="7429854" y="2142168"/>
            <a:ext cx="397473" cy="420541"/>
          </a:xfrm>
          <a:prstGeom prst="plus">
            <a:avLst>
              <a:gd name="adj" fmla="val 37057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十字形 25">
            <a:extLst>
              <a:ext uri="{FF2B5EF4-FFF2-40B4-BE49-F238E27FC236}">
                <a16:creationId xmlns:a16="http://schemas.microsoft.com/office/drawing/2014/main" id="{268B27B2-82A1-D68E-10B5-72BB50B8F810}"/>
              </a:ext>
            </a:extLst>
          </p:cNvPr>
          <p:cNvSpPr/>
          <p:nvPr/>
        </p:nvSpPr>
        <p:spPr>
          <a:xfrm rot="2606431">
            <a:off x="7402675" y="2743813"/>
            <a:ext cx="397473" cy="420541"/>
          </a:xfrm>
          <a:prstGeom prst="plus">
            <a:avLst>
              <a:gd name="adj" fmla="val 37057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4730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2C8FB-325C-69F1-115C-AECFB4444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8A36044-35D0-9AC7-18A9-51F6351883A3}"/>
              </a:ext>
            </a:extLst>
          </p:cNvPr>
          <p:cNvSpPr/>
          <p:nvPr/>
        </p:nvSpPr>
        <p:spPr>
          <a:xfrm>
            <a:off x="205774" y="2765664"/>
            <a:ext cx="11780451" cy="2988163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1232CC0-D239-34D7-BCEA-1FECAB309E1F}"/>
              </a:ext>
            </a:extLst>
          </p:cNvPr>
          <p:cNvSpPr/>
          <p:nvPr/>
        </p:nvSpPr>
        <p:spPr>
          <a:xfrm>
            <a:off x="333254" y="2893144"/>
            <a:ext cx="2774350" cy="27743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B3865E0-255A-64F9-A64E-94B6C00E3030}"/>
              </a:ext>
            </a:extLst>
          </p:cNvPr>
          <p:cNvSpPr/>
          <p:nvPr/>
        </p:nvSpPr>
        <p:spPr>
          <a:xfrm>
            <a:off x="9095261" y="2893143"/>
            <a:ext cx="2774350" cy="27743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C045843-3C81-977B-B156-5A5D83303078}"/>
              </a:ext>
            </a:extLst>
          </p:cNvPr>
          <p:cNvSpPr txBox="1"/>
          <p:nvPr/>
        </p:nvSpPr>
        <p:spPr>
          <a:xfrm>
            <a:off x="1571520" y="3808146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799345E3-7ABE-3129-0A79-E913B592641D}"/>
              </a:ext>
            </a:extLst>
          </p:cNvPr>
          <p:cNvCxnSpPr>
            <a:cxnSpLocks/>
            <a:stCxn id="11" idx="3"/>
            <a:endCxn id="47" idx="1"/>
          </p:cNvCxnSpPr>
          <p:nvPr/>
        </p:nvCxnSpPr>
        <p:spPr>
          <a:xfrm>
            <a:off x="2240387" y="3992812"/>
            <a:ext cx="804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819513EF-F5A5-7746-1D99-9876A42781F2}"/>
              </a:ext>
            </a:extLst>
          </p:cNvPr>
          <p:cNvSpPr txBox="1"/>
          <p:nvPr/>
        </p:nvSpPr>
        <p:spPr>
          <a:xfrm>
            <a:off x="8654115" y="362706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22</a:t>
            </a:r>
            <a:endParaRPr kumimoji="1" lang="ja-JP" altLang="en-US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3145045D-3F32-1580-35D1-325B101C0187}"/>
              </a:ext>
            </a:extLst>
          </p:cNvPr>
          <p:cNvSpPr txBox="1"/>
          <p:nvPr/>
        </p:nvSpPr>
        <p:spPr>
          <a:xfrm>
            <a:off x="10287587" y="3808146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CAF2511F-66B7-9A7F-E04B-87848F1C0BD4}"/>
              </a:ext>
            </a:extLst>
          </p:cNvPr>
          <p:cNvSpPr txBox="1"/>
          <p:nvPr/>
        </p:nvSpPr>
        <p:spPr>
          <a:xfrm>
            <a:off x="10287587" y="4858013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DC8BED7E-5343-874D-58E8-678722F3E2D1}"/>
              </a:ext>
            </a:extLst>
          </p:cNvPr>
          <p:cNvSpPr txBox="1"/>
          <p:nvPr/>
        </p:nvSpPr>
        <p:spPr>
          <a:xfrm>
            <a:off x="1874369" y="436262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4444</a:t>
            </a:r>
            <a:endParaRPr kumimoji="1" lang="ja-JP" altLang="en-US" dirty="0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3C93AF18-AD74-E7D7-9B11-EBA4F5507D78}"/>
              </a:ext>
            </a:extLst>
          </p:cNvPr>
          <p:cNvSpPr txBox="1"/>
          <p:nvPr/>
        </p:nvSpPr>
        <p:spPr>
          <a:xfrm>
            <a:off x="9365635" y="439984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2222</a:t>
            </a:r>
            <a:endParaRPr kumimoji="1" lang="ja-JP" altLang="en-US" dirty="0"/>
          </a:p>
        </p:txBody>
      </p:sp>
      <p:cxnSp>
        <p:nvCxnSpPr>
          <p:cNvPr id="62" name="コネクタ: 曲線 61">
            <a:extLst>
              <a:ext uri="{FF2B5EF4-FFF2-40B4-BE49-F238E27FC236}">
                <a16:creationId xmlns:a16="http://schemas.microsoft.com/office/drawing/2014/main" id="{0827CDFC-04BC-4E5A-8B5D-8782BA3A1AF5}"/>
              </a:ext>
            </a:extLst>
          </p:cNvPr>
          <p:cNvCxnSpPr>
            <a:cxnSpLocks/>
            <a:stCxn id="47" idx="1"/>
            <a:endCxn id="50" idx="1"/>
          </p:cNvCxnSpPr>
          <p:nvPr/>
        </p:nvCxnSpPr>
        <p:spPr>
          <a:xfrm rot="10800000" flipV="1">
            <a:off x="10287587" y="3992811"/>
            <a:ext cx="12700" cy="1049867"/>
          </a:xfrm>
          <a:prstGeom prst="curvedConnector3">
            <a:avLst>
              <a:gd name="adj1" fmla="val 180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コネクタ: 曲線 64">
            <a:extLst>
              <a:ext uri="{FF2B5EF4-FFF2-40B4-BE49-F238E27FC236}">
                <a16:creationId xmlns:a16="http://schemas.microsoft.com/office/drawing/2014/main" id="{D7426355-CD58-4B57-1780-FCF1E4A7AF03}"/>
              </a:ext>
            </a:extLst>
          </p:cNvPr>
          <p:cNvCxnSpPr>
            <a:cxnSpLocks/>
            <a:stCxn id="11" idx="3"/>
            <a:endCxn id="98" idx="3"/>
          </p:cNvCxnSpPr>
          <p:nvPr/>
        </p:nvCxnSpPr>
        <p:spPr>
          <a:xfrm>
            <a:off x="2240387" y="3992812"/>
            <a:ext cx="18800" cy="1075267"/>
          </a:xfrm>
          <a:prstGeom prst="curvedConnector3">
            <a:avLst>
              <a:gd name="adj1" fmla="val 13159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3E78D8F4-3A84-D0DE-555D-2AC735EA7814}"/>
              </a:ext>
            </a:extLst>
          </p:cNvPr>
          <p:cNvSpPr txBox="1"/>
          <p:nvPr/>
        </p:nvSpPr>
        <p:spPr>
          <a:xfrm>
            <a:off x="363514" y="295502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クライアント</a:t>
            </a:r>
            <a:endParaRPr lang="en-US" altLang="ja-JP" dirty="0"/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E1C8DFAB-12CD-FC88-E02F-CCBBA2231E22}"/>
              </a:ext>
            </a:extLst>
          </p:cNvPr>
          <p:cNvSpPr txBox="1"/>
          <p:nvPr/>
        </p:nvSpPr>
        <p:spPr>
          <a:xfrm>
            <a:off x="1590320" y="4883413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EDC28B3-EE98-5117-EEA5-38E0DD4B2D6F}"/>
              </a:ext>
            </a:extLst>
          </p:cNvPr>
          <p:cNvSpPr txBox="1"/>
          <p:nvPr/>
        </p:nvSpPr>
        <p:spPr>
          <a:xfrm>
            <a:off x="9078373" y="2889563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サーバ</a:t>
            </a:r>
            <a:r>
              <a:rPr lang="en-US" altLang="ja-JP" dirty="0"/>
              <a:t>(</a:t>
            </a:r>
            <a:r>
              <a:rPr lang="pt-BR" altLang="ja-JP" dirty="0"/>
              <a:t>130.81.1.2)</a:t>
            </a:r>
            <a:endParaRPr lang="en-US" altLang="ja-JP" dirty="0"/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1BE386C0-1A8E-1767-A05B-F106A8B6A590}"/>
              </a:ext>
            </a:extLst>
          </p:cNvPr>
          <p:cNvCxnSpPr>
            <a:cxnSpLocks/>
          </p:cNvCxnSpPr>
          <p:nvPr/>
        </p:nvCxnSpPr>
        <p:spPr>
          <a:xfrm>
            <a:off x="2223182" y="4177478"/>
            <a:ext cx="1694309" cy="180113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CCBF098D-1BD4-5018-BE23-7FDC11D49723}"/>
              </a:ext>
            </a:extLst>
          </p:cNvPr>
          <p:cNvCxnSpPr>
            <a:cxnSpLocks/>
          </p:cNvCxnSpPr>
          <p:nvPr/>
        </p:nvCxnSpPr>
        <p:spPr>
          <a:xfrm flipH="1">
            <a:off x="414314" y="5227345"/>
            <a:ext cx="1569660" cy="693292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027D64CC-8AC3-D34C-3052-20B7C90ABD71}"/>
              </a:ext>
            </a:extLst>
          </p:cNvPr>
          <p:cNvCxnSpPr>
            <a:cxnSpLocks/>
          </p:cNvCxnSpPr>
          <p:nvPr/>
        </p:nvCxnSpPr>
        <p:spPr>
          <a:xfrm flipH="1">
            <a:off x="8978647" y="5227345"/>
            <a:ext cx="1483623" cy="73033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C2C3ED80-795B-68DA-D259-FAC11533B757}"/>
              </a:ext>
            </a:extLst>
          </p:cNvPr>
          <p:cNvSpPr txBox="1"/>
          <p:nvPr/>
        </p:nvSpPr>
        <p:spPr>
          <a:xfrm>
            <a:off x="8740591" y="5920637"/>
            <a:ext cx="28786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python3 server.py 2222</a:t>
            </a:r>
            <a:endParaRPr lang="ja-JP" altLang="en-US" sz="1400" dirty="0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24DA7440-500D-F5F1-B8EE-498608168E53}"/>
              </a:ext>
            </a:extLst>
          </p:cNvPr>
          <p:cNvSpPr txBox="1"/>
          <p:nvPr/>
        </p:nvSpPr>
        <p:spPr>
          <a:xfrm>
            <a:off x="205775" y="5909427"/>
            <a:ext cx="3372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ja-JP" sz="1400" dirty="0"/>
              <a:t>python3 src/client_localhost.py 4444</a:t>
            </a:r>
            <a:endParaRPr lang="ja-JP" altLang="en-US" sz="1400" dirty="0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C235C628-8514-2D65-2BBE-0177C587BA81}"/>
              </a:ext>
            </a:extLst>
          </p:cNvPr>
          <p:cNvSpPr txBox="1"/>
          <p:nvPr/>
        </p:nvSpPr>
        <p:spPr>
          <a:xfrm>
            <a:off x="3824355" y="5909426"/>
            <a:ext cx="46697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ja-JP" sz="1400" dirty="0"/>
              <a:t>ssh -N -L 4444:130.81.1.2:2222 t-ando@130.81.1.2</a:t>
            </a:r>
            <a:endParaRPr lang="ja-JP" altLang="en-US" sz="1400" dirty="0"/>
          </a:p>
        </p:txBody>
      </p: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86C6E220-ACAB-FDE2-0683-E41D5D43F2D5}"/>
              </a:ext>
            </a:extLst>
          </p:cNvPr>
          <p:cNvSpPr/>
          <p:nvPr/>
        </p:nvSpPr>
        <p:spPr>
          <a:xfrm>
            <a:off x="205774" y="485735"/>
            <a:ext cx="11780451" cy="1442866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0" name="正方形/長方形 119">
            <a:extLst>
              <a:ext uri="{FF2B5EF4-FFF2-40B4-BE49-F238E27FC236}">
                <a16:creationId xmlns:a16="http://schemas.microsoft.com/office/drawing/2014/main" id="{80990449-88E6-834D-4F1D-47FA00630F14}"/>
              </a:ext>
            </a:extLst>
          </p:cNvPr>
          <p:cNvSpPr/>
          <p:nvPr/>
        </p:nvSpPr>
        <p:spPr>
          <a:xfrm>
            <a:off x="333254" y="629586"/>
            <a:ext cx="2774350" cy="117881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40542B55-1D61-C803-021B-1F94408F83F9}"/>
              </a:ext>
            </a:extLst>
          </p:cNvPr>
          <p:cNvSpPr/>
          <p:nvPr/>
        </p:nvSpPr>
        <p:spPr>
          <a:xfrm>
            <a:off x="9095261" y="595801"/>
            <a:ext cx="2774350" cy="124646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2" name="直線コネクタ 121">
            <a:extLst>
              <a:ext uri="{FF2B5EF4-FFF2-40B4-BE49-F238E27FC236}">
                <a16:creationId xmlns:a16="http://schemas.microsoft.com/office/drawing/2014/main" id="{BEA23C05-3042-9559-3F8B-E6B1664E1476}"/>
              </a:ext>
            </a:extLst>
          </p:cNvPr>
          <p:cNvCxnSpPr>
            <a:cxnSpLocks/>
          </p:cNvCxnSpPr>
          <p:nvPr/>
        </p:nvCxnSpPr>
        <p:spPr>
          <a:xfrm>
            <a:off x="2259187" y="1276720"/>
            <a:ext cx="804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9E0AC43A-DAAC-048A-FDBE-8C9E714583AF}"/>
              </a:ext>
            </a:extLst>
          </p:cNvPr>
          <p:cNvSpPr txBox="1"/>
          <p:nvPr/>
        </p:nvSpPr>
        <p:spPr>
          <a:xfrm>
            <a:off x="10287587" y="1032787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124" name="テキスト ボックス 123">
            <a:extLst>
              <a:ext uri="{FF2B5EF4-FFF2-40B4-BE49-F238E27FC236}">
                <a16:creationId xmlns:a16="http://schemas.microsoft.com/office/drawing/2014/main" id="{3241C5D0-675E-22BC-5DA1-321DB0693A94}"/>
              </a:ext>
            </a:extLst>
          </p:cNvPr>
          <p:cNvSpPr txBox="1"/>
          <p:nvPr/>
        </p:nvSpPr>
        <p:spPr>
          <a:xfrm>
            <a:off x="9531653" y="90738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2222</a:t>
            </a:r>
            <a:endParaRPr kumimoji="1" lang="ja-JP" altLang="en-US" dirty="0"/>
          </a:p>
        </p:txBody>
      </p: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B6194371-7460-6A3A-1869-DD89D553051F}"/>
              </a:ext>
            </a:extLst>
          </p:cNvPr>
          <p:cNvSpPr txBox="1"/>
          <p:nvPr/>
        </p:nvSpPr>
        <p:spPr>
          <a:xfrm>
            <a:off x="345801" y="72891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クライアント</a:t>
            </a:r>
            <a:endParaRPr lang="en-US" altLang="ja-JP" dirty="0"/>
          </a:p>
        </p:txBody>
      </p:sp>
      <p:sp>
        <p:nvSpPr>
          <p:cNvPr id="126" name="テキスト ボックス 125">
            <a:extLst>
              <a:ext uri="{FF2B5EF4-FFF2-40B4-BE49-F238E27FC236}">
                <a16:creationId xmlns:a16="http://schemas.microsoft.com/office/drawing/2014/main" id="{FDBF1427-9ED1-AD58-C418-DDA3E41A39AE}"/>
              </a:ext>
            </a:extLst>
          </p:cNvPr>
          <p:cNvSpPr txBox="1"/>
          <p:nvPr/>
        </p:nvSpPr>
        <p:spPr>
          <a:xfrm>
            <a:off x="1590320" y="1058187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127" name="テキスト ボックス 126">
            <a:extLst>
              <a:ext uri="{FF2B5EF4-FFF2-40B4-BE49-F238E27FC236}">
                <a16:creationId xmlns:a16="http://schemas.microsoft.com/office/drawing/2014/main" id="{2F3B6EC4-9924-599E-9BE2-462A7162ADFD}"/>
              </a:ext>
            </a:extLst>
          </p:cNvPr>
          <p:cNvSpPr txBox="1"/>
          <p:nvPr/>
        </p:nvSpPr>
        <p:spPr>
          <a:xfrm>
            <a:off x="9060660" y="663455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サーバ</a:t>
            </a:r>
            <a:r>
              <a:rPr lang="en-US" altLang="ja-JP" dirty="0"/>
              <a:t>(</a:t>
            </a:r>
            <a:r>
              <a:rPr lang="pt-BR" altLang="ja-JP" dirty="0"/>
              <a:t>130.81.1.2)</a:t>
            </a:r>
            <a:endParaRPr lang="en-US" altLang="ja-JP" dirty="0"/>
          </a:p>
        </p:txBody>
      </p:sp>
      <p:cxnSp>
        <p:nvCxnSpPr>
          <p:cNvPr id="128" name="直線コネクタ 127">
            <a:extLst>
              <a:ext uri="{FF2B5EF4-FFF2-40B4-BE49-F238E27FC236}">
                <a16:creationId xmlns:a16="http://schemas.microsoft.com/office/drawing/2014/main" id="{E5D114FA-D677-5DAC-69EE-165788978627}"/>
              </a:ext>
            </a:extLst>
          </p:cNvPr>
          <p:cNvCxnSpPr>
            <a:cxnSpLocks/>
          </p:cNvCxnSpPr>
          <p:nvPr/>
        </p:nvCxnSpPr>
        <p:spPr>
          <a:xfrm flipH="1">
            <a:off x="414314" y="1402119"/>
            <a:ext cx="1569660" cy="693292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直線コネクタ 128">
            <a:extLst>
              <a:ext uri="{FF2B5EF4-FFF2-40B4-BE49-F238E27FC236}">
                <a16:creationId xmlns:a16="http://schemas.microsoft.com/office/drawing/2014/main" id="{FB087092-FE8F-6758-6425-E6D3E5AEEE0D}"/>
              </a:ext>
            </a:extLst>
          </p:cNvPr>
          <p:cNvCxnSpPr>
            <a:cxnSpLocks/>
          </p:cNvCxnSpPr>
          <p:nvPr/>
        </p:nvCxnSpPr>
        <p:spPr>
          <a:xfrm flipH="1">
            <a:off x="8978647" y="1402119"/>
            <a:ext cx="1483623" cy="73033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テキスト ボックス 129">
            <a:extLst>
              <a:ext uri="{FF2B5EF4-FFF2-40B4-BE49-F238E27FC236}">
                <a16:creationId xmlns:a16="http://schemas.microsoft.com/office/drawing/2014/main" id="{19F13DAA-68A5-3AA1-5738-CB9A786CB2FF}"/>
              </a:ext>
            </a:extLst>
          </p:cNvPr>
          <p:cNvSpPr txBox="1"/>
          <p:nvPr/>
        </p:nvSpPr>
        <p:spPr>
          <a:xfrm>
            <a:off x="8740591" y="2095411"/>
            <a:ext cx="28786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python3 server.py 2222</a:t>
            </a:r>
            <a:endParaRPr lang="ja-JP" altLang="en-US" sz="1400" dirty="0"/>
          </a:p>
        </p:txBody>
      </p:sp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C32D6658-9AFF-3BB7-1F5C-1375073D7984}"/>
              </a:ext>
            </a:extLst>
          </p:cNvPr>
          <p:cNvSpPr txBox="1"/>
          <p:nvPr/>
        </p:nvSpPr>
        <p:spPr>
          <a:xfrm>
            <a:off x="205775" y="2084201"/>
            <a:ext cx="3372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ja-JP" sz="1400" dirty="0"/>
              <a:t>python3 src/client.py 4444</a:t>
            </a:r>
            <a:endParaRPr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18315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E2677-CBC7-5AA1-A095-A940773B1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C57286A-9A6E-7C9A-BBD9-843BCF4328F5}"/>
              </a:ext>
            </a:extLst>
          </p:cNvPr>
          <p:cNvSpPr/>
          <p:nvPr/>
        </p:nvSpPr>
        <p:spPr>
          <a:xfrm>
            <a:off x="205774" y="2765664"/>
            <a:ext cx="11780451" cy="2988163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95A9C6C-ECD1-CD0D-4A74-9C8AD95BDC1B}"/>
              </a:ext>
            </a:extLst>
          </p:cNvPr>
          <p:cNvSpPr/>
          <p:nvPr/>
        </p:nvSpPr>
        <p:spPr>
          <a:xfrm>
            <a:off x="333254" y="2893144"/>
            <a:ext cx="2774350" cy="27743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E9249CB-1CCC-03D8-CA58-D29E893D9C36}"/>
              </a:ext>
            </a:extLst>
          </p:cNvPr>
          <p:cNvSpPr/>
          <p:nvPr/>
        </p:nvSpPr>
        <p:spPr>
          <a:xfrm>
            <a:off x="9095261" y="2893143"/>
            <a:ext cx="2774350" cy="27743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F225260-C5A6-620A-1372-27218A85DDEF}"/>
              </a:ext>
            </a:extLst>
          </p:cNvPr>
          <p:cNvSpPr txBox="1"/>
          <p:nvPr/>
        </p:nvSpPr>
        <p:spPr>
          <a:xfrm>
            <a:off x="1571520" y="3808146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E33A7C21-61D4-CD1A-CFF8-3A1A60ABA672}"/>
              </a:ext>
            </a:extLst>
          </p:cNvPr>
          <p:cNvCxnSpPr>
            <a:cxnSpLocks/>
            <a:stCxn id="11" idx="3"/>
            <a:endCxn id="47" idx="1"/>
          </p:cNvCxnSpPr>
          <p:nvPr/>
        </p:nvCxnSpPr>
        <p:spPr>
          <a:xfrm>
            <a:off x="2240387" y="3992812"/>
            <a:ext cx="804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2AB56E2C-D341-840B-390D-6CF1E16C36F4}"/>
              </a:ext>
            </a:extLst>
          </p:cNvPr>
          <p:cNvSpPr txBox="1"/>
          <p:nvPr/>
        </p:nvSpPr>
        <p:spPr>
          <a:xfrm>
            <a:off x="8654115" y="362706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22</a:t>
            </a:r>
            <a:endParaRPr kumimoji="1" lang="ja-JP" altLang="en-US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01C52759-2702-1E86-14A5-B2B84036732A}"/>
              </a:ext>
            </a:extLst>
          </p:cNvPr>
          <p:cNvSpPr txBox="1"/>
          <p:nvPr/>
        </p:nvSpPr>
        <p:spPr>
          <a:xfrm>
            <a:off x="10287587" y="3808146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194EBAEF-34D9-C907-C059-0CF42FA12D60}"/>
              </a:ext>
            </a:extLst>
          </p:cNvPr>
          <p:cNvSpPr txBox="1"/>
          <p:nvPr/>
        </p:nvSpPr>
        <p:spPr>
          <a:xfrm>
            <a:off x="10287587" y="4858013"/>
            <a:ext cx="101515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stdio</a:t>
            </a:r>
            <a:endParaRPr kumimoji="1" lang="ja-JP" altLang="en-US" dirty="0"/>
          </a:p>
        </p:txBody>
      </p:sp>
      <p:cxnSp>
        <p:nvCxnSpPr>
          <p:cNvPr id="62" name="コネクタ: 曲線 61">
            <a:extLst>
              <a:ext uri="{FF2B5EF4-FFF2-40B4-BE49-F238E27FC236}">
                <a16:creationId xmlns:a16="http://schemas.microsoft.com/office/drawing/2014/main" id="{79B6E173-769B-5FC9-0CB2-83786CC9BC26}"/>
              </a:ext>
            </a:extLst>
          </p:cNvPr>
          <p:cNvCxnSpPr>
            <a:cxnSpLocks/>
            <a:stCxn id="47" idx="1"/>
            <a:endCxn id="50" idx="1"/>
          </p:cNvCxnSpPr>
          <p:nvPr/>
        </p:nvCxnSpPr>
        <p:spPr>
          <a:xfrm rot="10800000" flipV="1">
            <a:off x="10287587" y="3992811"/>
            <a:ext cx="12700" cy="1049867"/>
          </a:xfrm>
          <a:prstGeom prst="curvedConnector3">
            <a:avLst>
              <a:gd name="adj1" fmla="val 180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A707FDFC-13D7-B0DC-6D75-A502750902BB}"/>
              </a:ext>
            </a:extLst>
          </p:cNvPr>
          <p:cNvSpPr txBox="1"/>
          <p:nvPr/>
        </p:nvSpPr>
        <p:spPr>
          <a:xfrm>
            <a:off x="363514" y="295502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クライアント</a:t>
            </a:r>
            <a:endParaRPr lang="en-US" altLang="ja-JP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ABDF121-0EB6-7FD8-50C5-FAA908297703}"/>
              </a:ext>
            </a:extLst>
          </p:cNvPr>
          <p:cNvSpPr txBox="1"/>
          <p:nvPr/>
        </p:nvSpPr>
        <p:spPr>
          <a:xfrm>
            <a:off x="9078373" y="2889563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サーバ</a:t>
            </a:r>
            <a:r>
              <a:rPr lang="en-US" altLang="ja-JP" dirty="0"/>
              <a:t>(</a:t>
            </a:r>
            <a:r>
              <a:rPr lang="pt-BR" altLang="ja-JP" dirty="0"/>
              <a:t>130.81.1.2)</a:t>
            </a:r>
            <a:endParaRPr lang="en-US" altLang="ja-JP" dirty="0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6C27686E-66D4-25BD-63CC-EBF3B291B801}"/>
              </a:ext>
            </a:extLst>
          </p:cNvPr>
          <p:cNvCxnSpPr>
            <a:cxnSpLocks/>
          </p:cNvCxnSpPr>
          <p:nvPr/>
        </p:nvCxnSpPr>
        <p:spPr>
          <a:xfrm flipH="1">
            <a:off x="414314" y="4177478"/>
            <a:ext cx="1460055" cy="1743159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217071A0-91E1-95DF-3382-9FD7C82287EE}"/>
              </a:ext>
            </a:extLst>
          </p:cNvPr>
          <p:cNvCxnSpPr>
            <a:cxnSpLocks/>
          </p:cNvCxnSpPr>
          <p:nvPr/>
        </p:nvCxnSpPr>
        <p:spPr>
          <a:xfrm flipH="1">
            <a:off x="8978647" y="5227345"/>
            <a:ext cx="1483623" cy="73033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6AAC9C0A-5E46-EC2C-71EF-7F36C4A720C1}"/>
              </a:ext>
            </a:extLst>
          </p:cNvPr>
          <p:cNvSpPr txBox="1"/>
          <p:nvPr/>
        </p:nvSpPr>
        <p:spPr>
          <a:xfrm>
            <a:off x="8740591" y="5920637"/>
            <a:ext cx="28786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python3 server_sio.py</a:t>
            </a:r>
            <a:endParaRPr lang="ja-JP" altLang="en-US" sz="1400" dirty="0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3BBF1A54-8950-2C85-1BD4-1472D5498E5F}"/>
              </a:ext>
            </a:extLst>
          </p:cNvPr>
          <p:cNvSpPr txBox="1"/>
          <p:nvPr/>
        </p:nvSpPr>
        <p:spPr>
          <a:xfrm>
            <a:off x="205775" y="5909427"/>
            <a:ext cx="3372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ja-JP" sz="1400" dirty="0"/>
              <a:t>python3 src/client_localhost.py 22</a:t>
            </a:r>
            <a:endParaRPr lang="ja-JP" altLang="en-US" sz="1400" dirty="0"/>
          </a:p>
        </p:txBody>
      </p: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FAF3E99E-EBCD-558F-E77F-C32F478FC1CD}"/>
              </a:ext>
            </a:extLst>
          </p:cNvPr>
          <p:cNvSpPr/>
          <p:nvPr/>
        </p:nvSpPr>
        <p:spPr>
          <a:xfrm>
            <a:off x="205774" y="485735"/>
            <a:ext cx="11780451" cy="1442866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0" name="正方形/長方形 119">
            <a:extLst>
              <a:ext uri="{FF2B5EF4-FFF2-40B4-BE49-F238E27FC236}">
                <a16:creationId xmlns:a16="http://schemas.microsoft.com/office/drawing/2014/main" id="{63337296-04D4-9DC9-3156-6031D848BC1D}"/>
              </a:ext>
            </a:extLst>
          </p:cNvPr>
          <p:cNvSpPr/>
          <p:nvPr/>
        </p:nvSpPr>
        <p:spPr>
          <a:xfrm>
            <a:off x="333254" y="629586"/>
            <a:ext cx="2774350" cy="117881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85C2B416-47A7-AE88-B859-C2C9BD0AA912}"/>
              </a:ext>
            </a:extLst>
          </p:cNvPr>
          <p:cNvSpPr/>
          <p:nvPr/>
        </p:nvSpPr>
        <p:spPr>
          <a:xfrm>
            <a:off x="9095261" y="595801"/>
            <a:ext cx="2774350" cy="124646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2" name="直線コネクタ 121">
            <a:extLst>
              <a:ext uri="{FF2B5EF4-FFF2-40B4-BE49-F238E27FC236}">
                <a16:creationId xmlns:a16="http://schemas.microsoft.com/office/drawing/2014/main" id="{BF1A051B-A5D1-4E79-E09F-C3D385506843}"/>
              </a:ext>
            </a:extLst>
          </p:cNvPr>
          <p:cNvCxnSpPr>
            <a:cxnSpLocks/>
          </p:cNvCxnSpPr>
          <p:nvPr/>
        </p:nvCxnSpPr>
        <p:spPr>
          <a:xfrm>
            <a:off x="2259187" y="1276720"/>
            <a:ext cx="804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84CE9BEB-BB44-A051-02B3-7B8D633CDDA5}"/>
              </a:ext>
            </a:extLst>
          </p:cNvPr>
          <p:cNvSpPr txBox="1"/>
          <p:nvPr/>
        </p:nvSpPr>
        <p:spPr>
          <a:xfrm>
            <a:off x="10287587" y="1032787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124" name="テキスト ボックス 123">
            <a:extLst>
              <a:ext uri="{FF2B5EF4-FFF2-40B4-BE49-F238E27FC236}">
                <a16:creationId xmlns:a16="http://schemas.microsoft.com/office/drawing/2014/main" id="{EC3AF50C-1026-D32E-BF9A-46F3C54FE4FF}"/>
              </a:ext>
            </a:extLst>
          </p:cNvPr>
          <p:cNvSpPr txBox="1"/>
          <p:nvPr/>
        </p:nvSpPr>
        <p:spPr>
          <a:xfrm>
            <a:off x="9531653" y="90738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2222</a:t>
            </a:r>
            <a:endParaRPr kumimoji="1" lang="ja-JP" altLang="en-US" dirty="0"/>
          </a:p>
        </p:txBody>
      </p: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CC296B33-A5BE-87E3-09E6-89CA9E3FA8FF}"/>
              </a:ext>
            </a:extLst>
          </p:cNvPr>
          <p:cNvSpPr txBox="1"/>
          <p:nvPr/>
        </p:nvSpPr>
        <p:spPr>
          <a:xfrm>
            <a:off x="274947" y="62841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クライアント</a:t>
            </a:r>
            <a:endParaRPr lang="en-US" altLang="ja-JP" dirty="0"/>
          </a:p>
        </p:txBody>
      </p:sp>
      <p:sp>
        <p:nvSpPr>
          <p:cNvPr id="126" name="テキスト ボックス 125">
            <a:extLst>
              <a:ext uri="{FF2B5EF4-FFF2-40B4-BE49-F238E27FC236}">
                <a16:creationId xmlns:a16="http://schemas.microsoft.com/office/drawing/2014/main" id="{6157DF2C-7C43-65D2-7E12-59FD5B92DC18}"/>
              </a:ext>
            </a:extLst>
          </p:cNvPr>
          <p:cNvSpPr txBox="1"/>
          <p:nvPr/>
        </p:nvSpPr>
        <p:spPr>
          <a:xfrm>
            <a:off x="1590320" y="1058187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127" name="テキスト ボックス 126">
            <a:extLst>
              <a:ext uri="{FF2B5EF4-FFF2-40B4-BE49-F238E27FC236}">
                <a16:creationId xmlns:a16="http://schemas.microsoft.com/office/drawing/2014/main" id="{0C6E7928-1884-C66C-98DE-0045FFCFD114}"/>
              </a:ext>
            </a:extLst>
          </p:cNvPr>
          <p:cNvSpPr txBox="1"/>
          <p:nvPr/>
        </p:nvSpPr>
        <p:spPr>
          <a:xfrm>
            <a:off x="9060660" y="663455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サーバ</a:t>
            </a:r>
            <a:r>
              <a:rPr lang="en-US" altLang="ja-JP" dirty="0"/>
              <a:t>(</a:t>
            </a:r>
            <a:r>
              <a:rPr lang="pt-BR" altLang="ja-JP" dirty="0"/>
              <a:t>130.81.1.2)</a:t>
            </a:r>
            <a:endParaRPr lang="en-US" altLang="ja-JP" dirty="0"/>
          </a:p>
        </p:txBody>
      </p:sp>
      <p:cxnSp>
        <p:nvCxnSpPr>
          <p:cNvPr id="128" name="直線コネクタ 127">
            <a:extLst>
              <a:ext uri="{FF2B5EF4-FFF2-40B4-BE49-F238E27FC236}">
                <a16:creationId xmlns:a16="http://schemas.microsoft.com/office/drawing/2014/main" id="{C15092D2-48E8-13C4-58E5-6CDB51EC930A}"/>
              </a:ext>
            </a:extLst>
          </p:cNvPr>
          <p:cNvCxnSpPr>
            <a:cxnSpLocks/>
          </p:cNvCxnSpPr>
          <p:nvPr/>
        </p:nvCxnSpPr>
        <p:spPr>
          <a:xfrm flipH="1">
            <a:off x="414314" y="1402119"/>
            <a:ext cx="1569660" cy="693292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直線コネクタ 128">
            <a:extLst>
              <a:ext uri="{FF2B5EF4-FFF2-40B4-BE49-F238E27FC236}">
                <a16:creationId xmlns:a16="http://schemas.microsoft.com/office/drawing/2014/main" id="{3FD89CE3-5A24-CD97-80AE-C26EEE7DBE47}"/>
              </a:ext>
            </a:extLst>
          </p:cNvPr>
          <p:cNvCxnSpPr>
            <a:cxnSpLocks/>
          </p:cNvCxnSpPr>
          <p:nvPr/>
        </p:nvCxnSpPr>
        <p:spPr>
          <a:xfrm flipH="1">
            <a:off x="8978647" y="1402119"/>
            <a:ext cx="1483623" cy="73033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テキスト ボックス 129">
            <a:extLst>
              <a:ext uri="{FF2B5EF4-FFF2-40B4-BE49-F238E27FC236}">
                <a16:creationId xmlns:a16="http://schemas.microsoft.com/office/drawing/2014/main" id="{E6CC4C76-3904-1E12-0915-D7EF2E4CFF77}"/>
              </a:ext>
            </a:extLst>
          </p:cNvPr>
          <p:cNvSpPr txBox="1"/>
          <p:nvPr/>
        </p:nvSpPr>
        <p:spPr>
          <a:xfrm>
            <a:off x="8740591" y="2095411"/>
            <a:ext cx="28786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python3 server_sub.py 2222</a:t>
            </a:r>
            <a:endParaRPr lang="ja-JP" altLang="en-US" sz="1400" dirty="0"/>
          </a:p>
        </p:txBody>
      </p:sp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7EDD9559-77E6-432E-1912-5807C2736248}"/>
              </a:ext>
            </a:extLst>
          </p:cNvPr>
          <p:cNvSpPr txBox="1"/>
          <p:nvPr/>
        </p:nvSpPr>
        <p:spPr>
          <a:xfrm>
            <a:off x="205775" y="2084201"/>
            <a:ext cx="3372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ja-JP" sz="1400" dirty="0"/>
              <a:t>python3 src/client_sub.py 2222</a:t>
            </a:r>
            <a:endParaRPr lang="ja-JP" altLang="en-US" sz="14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E695152-4774-D2DE-774F-053C32674932}"/>
              </a:ext>
            </a:extLst>
          </p:cNvPr>
          <p:cNvSpPr txBox="1"/>
          <p:nvPr/>
        </p:nvSpPr>
        <p:spPr>
          <a:xfrm>
            <a:off x="1874369" y="1406971"/>
            <a:ext cx="2024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echo-subsystem</a:t>
            </a:r>
            <a:endParaRPr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A342A10-3B4B-56F7-3E45-56AB0C16CD61}"/>
              </a:ext>
            </a:extLst>
          </p:cNvPr>
          <p:cNvSpPr txBox="1"/>
          <p:nvPr/>
        </p:nvSpPr>
        <p:spPr>
          <a:xfrm>
            <a:off x="9769984" y="1358727"/>
            <a:ext cx="2024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echo-subsystem</a:t>
            </a:r>
            <a:endParaRPr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07FDDC8-9FCD-A309-8317-59A997439A0F}"/>
              </a:ext>
            </a:extLst>
          </p:cNvPr>
          <p:cNvSpPr txBox="1"/>
          <p:nvPr/>
        </p:nvSpPr>
        <p:spPr>
          <a:xfrm>
            <a:off x="10129491" y="4112075"/>
            <a:ext cx="2024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echo-subsystem</a:t>
            </a:r>
            <a:endParaRPr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A53DCE8-7196-0722-F480-0CA6A8397E9D}"/>
              </a:ext>
            </a:extLst>
          </p:cNvPr>
          <p:cNvSpPr txBox="1"/>
          <p:nvPr/>
        </p:nvSpPr>
        <p:spPr>
          <a:xfrm>
            <a:off x="9391451" y="4484475"/>
            <a:ext cx="978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dirty="0" err="1"/>
              <a:t>stdio</a:t>
            </a:r>
            <a:endParaRPr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ED20F4A-1C57-6725-32C7-CF2F22F82227}"/>
              </a:ext>
            </a:extLst>
          </p:cNvPr>
          <p:cNvSpPr txBox="1"/>
          <p:nvPr/>
        </p:nvSpPr>
        <p:spPr>
          <a:xfrm>
            <a:off x="1966141" y="4170622"/>
            <a:ext cx="2024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echo-subsystem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55790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215AF-8E42-A62C-2952-B8C21994F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6E4C612-D7C6-9F9F-E1D9-9387C63F4218}"/>
              </a:ext>
            </a:extLst>
          </p:cNvPr>
          <p:cNvSpPr/>
          <p:nvPr/>
        </p:nvSpPr>
        <p:spPr>
          <a:xfrm>
            <a:off x="205774" y="2765664"/>
            <a:ext cx="11780451" cy="2988163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820C41D-5E32-80BB-830C-5375651BCA0A}"/>
              </a:ext>
            </a:extLst>
          </p:cNvPr>
          <p:cNvSpPr/>
          <p:nvPr/>
        </p:nvSpPr>
        <p:spPr>
          <a:xfrm>
            <a:off x="9095261" y="2893143"/>
            <a:ext cx="2774350" cy="27743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BD78D00-960E-ECB1-D799-350D1C24E0D2}"/>
              </a:ext>
            </a:extLst>
          </p:cNvPr>
          <p:cNvSpPr txBox="1"/>
          <p:nvPr/>
        </p:nvSpPr>
        <p:spPr>
          <a:xfrm>
            <a:off x="9078373" y="2889563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サーバ</a:t>
            </a:r>
            <a:r>
              <a:rPr lang="en-US" altLang="ja-JP" dirty="0"/>
              <a:t>(</a:t>
            </a:r>
            <a:r>
              <a:rPr lang="pt-BR" altLang="ja-JP" dirty="0"/>
              <a:t>130.81.1.2)</a:t>
            </a:r>
            <a:endParaRPr lang="en-US" altLang="ja-JP" dirty="0"/>
          </a:p>
        </p:txBody>
      </p: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09783AA5-F069-800B-348D-FD306A287522}"/>
              </a:ext>
            </a:extLst>
          </p:cNvPr>
          <p:cNvSpPr/>
          <p:nvPr/>
        </p:nvSpPr>
        <p:spPr>
          <a:xfrm>
            <a:off x="205774" y="485735"/>
            <a:ext cx="11780451" cy="1442866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0" name="正方形/長方形 119">
            <a:extLst>
              <a:ext uri="{FF2B5EF4-FFF2-40B4-BE49-F238E27FC236}">
                <a16:creationId xmlns:a16="http://schemas.microsoft.com/office/drawing/2014/main" id="{2F53D268-DC48-3ED1-526A-96C9E442B1B9}"/>
              </a:ext>
            </a:extLst>
          </p:cNvPr>
          <p:cNvSpPr/>
          <p:nvPr/>
        </p:nvSpPr>
        <p:spPr>
          <a:xfrm>
            <a:off x="333254" y="629586"/>
            <a:ext cx="2774350" cy="117881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E2BB8164-F539-722B-3241-915D9EBAE6D1}"/>
              </a:ext>
            </a:extLst>
          </p:cNvPr>
          <p:cNvSpPr/>
          <p:nvPr/>
        </p:nvSpPr>
        <p:spPr>
          <a:xfrm>
            <a:off x="9095261" y="595801"/>
            <a:ext cx="2774350" cy="124646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2" name="直線コネクタ 121">
            <a:extLst>
              <a:ext uri="{FF2B5EF4-FFF2-40B4-BE49-F238E27FC236}">
                <a16:creationId xmlns:a16="http://schemas.microsoft.com/office/drawing/2014/main" id="{3537C6E5-B01F-F940-3AB6-869F7CC8C377}"/>
              </a:ext>
            </a:extLst>
          </p:cNvPr>
          <p:cNvCxnSpPr>
            <a:cxnSpLocks/>
          </p:cNvCxnSpPr>
          <p:nvPr/>
        </p:nvCxnSpPr>
        <p:spPr>
          <a:xfrm>
            <a:off x="2259187" y="1276720"/>
            <a:ext cx="804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10AE5F42-80E8-E329-5364-CD5BA8496244}"/>
              </a:ext>
            </a:extLst>
          </p:cNvPr>
          <p:cNvSpPr txBox="1"/>
          <p:nvPr/>
        </p:nvSpPr>
        <p:spPr>
          <a:xfrm>
            <a:off x="10287587" y="1032787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124" name="テキスト ボックス 123">
            <a:extLst>
              <a:ext uri="{FF2B5EF4-FFF2-40B4-BE49-F238E27FC236}">
                <a16:creationId xmlns:a16="http://schemas.microsoft.com/office/drawing/2014/main" id="{321BE36C-CCDC-4733-EF6E-C0A3FAF1FD1C}"/>
              </a:ext>
            </a:extLst>
          </p:cNvPr>
          <p:cNvSpPr txBox="1"/>
          <p:nvPr/>
        </p:nvSpPr>
        <p:spPr>
          <a:xfrm>
            <a:off x="9531653" y="90738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2222</a:t>
            </a:r>
            <a:endParaRPr kumimoji="1" lang="ja-JP" altLang="en-US" dirty="0"/>
          </a:p>
        </p:txBody>
      </p: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BCB8123E-C171-287B-B9A1-86AB82C5FD44}"/>
              </a:ext>
            </a:extLst>
          </p:cNvPr>
          <p:cNvSpPr txBox="1"/>
          <p:nvPr/>
        </p:nvSpPr>
        <p:spPr>
          <a:xfrm>
            <a:off x="274947" y="62841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クライアント</a:t>
            </a:r>
            <a:endParaRPr lang="en-US" altLang="ja-JP" dirty="0"/>
          </a:p>
        </p:txBody>
      </p:sp>
      <p:sp>
        <p:nvSpPr>
          <p:cNvPr id="126" name="テキスト ボックス 125">
            <a:extLst>
              <a:ext uri="{FF2B5EF4-FFF2-40B4-BE49-F238E27FC236}">
                <a16:creationId xmlns:a16="http://schemas.microsoft.com/office/drawing/2014/main" id="{390C271E-3522-0776-22A9-2303289C2F45}"/>
              </a:ext>
            </a:extLst>
          </p:cNvPr>
          <p:cNvSpPr txBox="1"/>
          <p:nvPr/>
        </p:nvSpPr>
        <p:spPr>
          <a:xfrm>
            <a:off x="1590320" y="1058187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127" name="テキスト ボックス 126">
            <a:extLst>
              <a:ext uri="{FF2B5EF4-FFF2-40B4-BE49-F238E27FC236}">
                <a16:creationId xmlns:a16="http://schemas.microsoft.com/office/drawing/2014/main" id="{3B51BEC6-D3E5-8C10-DA28-C9CB0DA43EBB}"/>
              </a:ext>
            </a:extLst>
          </p:cNvPr>
          <p:cNvSpPr txBox="1"/>
          <p:nvPr/>
        </p:nvSpPr>
        <p:spPr>
          <a:xfrm>
            <a:off x="9060660" y="663455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サーバ</a:t>
            </a:r>
            <a:r>
              <a:rPr lang="en-US" altLang="ja-JP" dirty="0"/>
              <a:t>(</a:t>
            </a:r>
            <a:r>
              <a:rPr lang="pt-BR" altLang="ja-JP" dirty="0"/>
              <a:t>130.81.1.2)</a:t>
            </a:r>
            <a:endParaRPr lang="en-US" altLang="ja-JP" dirty="0"/>
          </a:p>
        </p:txBody>
      </p:sp>
      <p:cxnSp>
        <p:nvCxnSpPr>
          <p:cNvPr id="128" name="直線コネクタ 127">
            <a:extLst>
              <a:ext uri="{FF2B5EF4-FFF2-40B4-BE49-F238E27FC236}">
                <a16:creationId xmlns:a16="http://schemas.microsoft.com/office/drawing/2014/main" id="{06993206-5546-197D-4320-7B8B20F8DB99}"/>
              </a:ext>
            </a:extLst>
          </p:cNvPr>
          <p:cNvCxnSpPr>
            <a:cxnSpLocks/>
          </p:cNvCxnSpPr>
          <p:nvPr/>
        </p:nvCxnSpPr>
        <p:spPr>
          <a:xfrm flipH="1">
            <a:off x="414314" y="1402119"/>
            <a:ext cx="1569660" cy="693292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直線コネクタ 128">
            <a:extLst>
              <a:ext uri="{FF2B5EF4-FFF2-40B4-BE49-F238E27FC236}">
                <a16:creationId xmlns:a16="http://schemas.microsoft.com/office/drawing/2014/main" id="{8D2562B8-34B3-CF40-82D0-691245F2D47C}"/>
              </a:ext>
            </a:extLst>
          </p:cNvPr>
          <p:cNvCxnSpPr>
            <a:cxnSpLocks/>
          </p:cNvCxnSpPr>
          <p:nvPr/>
        </p:nvCxnSpPr>
        <p:spPr>
          <a:xfrm flipH="1">
            <a:off x="8978647" y="1402119"/>
            <a:ext cx="1483623" cy="73033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テキスト ボックス 129">
            <a:extLst>
              <a:ext uri="{FF2B5EF4-FFF2-40B4-BE49-F238E27FC236}">
                <a16:creationId xmlns:a16="http://schemas.microsoft.com/office/drawing/2014/main" id="{D39BDB12-0EAE-C09E-118D-8EDCF860E428}"/>
              </a:ext>
            </a:extLst>
          </p:cNvPr>
          <p:cNvSpPr txBox="1"/>
          <p:nvPr/>
        </p:nvSpPr>
        <p:spPr>
          <a:xfrm>
            <a:off x="8740591" y="2095411"/>
            <a:ext cx="28786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python3 server_sub.py 2222</a:t>
            </a:r>
            <a:endParaRPr lang="ja-JP" altLang="en-US" sz="1400" dirty="0"/>
          </a:p>
        </p:txBody>
      </p:sp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C4EA04D4-2E46-2954-C11E-760763C90A8F}"/>
              </a:ext>
            </a:extLst>
          </p:cNvPr>
          <p:cNvSpPr txBox="1"/>
          <p:nvPr/>
        </p:nvSpPr>
        <p:spPr>
          <a:xfrm>
            <a:off x="205775" y="2084201"/>
            <a:ext cx="3372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ja-JP" sz="1400" dirty="0"/>
              <a:t>python3 src/client_sub.py 2222</a:t>
            </a:r>
            <a:endParaRPr lang="ja-JP" altLang="en-US" sz="14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09031EF-37A8-8133-0C02-4D9BCAEE8E92}"/>
              </a:ext>
            </a:extLst>
          </p:cNvPr>
          <p:cNvSpPr txBox="1"/>
          <p:nvPr/>
        </p:nvSpPr>
        <p:spPr>
          <a:xfrm>
            <a:off x="1874369" y="1406971"/>
            <a:ext cx="2024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echo-subsystem</a:t>
            </a:r>
            <a:endParaRPr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A231034-9B34-297B-2AEC-7DE28CCD9420}"/>
              </a:ext>
            </a:extLst>
          </p:cNvPr>
          <p:cNvSpPr txBox="1"/>
          <p:nvPr/>
        </p:nvSpPr>
        <p:spPr>
          <a:xfrm>
            <a:off x="9769984" y="1358727"/>
            <a:ext cx="2024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echo-subsystem</a:t>
            </a:r>
            <a:endParaRPr lang="ja-JP" altLang="en-US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4C69D38-7361-A0BF-1772-BC0967DA3611}"/>
              </a:ext>
            </a:extLst>
          </p:cNvPr>
          <p:cNvSpPr/>
          <p:nvPr/>
        </p:nvSpPr>
        <p:spPr>
          <a:xfrm>
            <a:off x="333254" y="2893144"/>
            <a:ext cx="2774350" cy="27743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E27D3E9-A20B-8ED0-1A76-6EFA38AD6451}"/>
              </a:ext>
            </a:extLst>
          </p:cNvPr>
          <p:cNvSpPr txBox="1"/>
          <p:nvPr/>
        </p:nvSpPr>
        <p:spPr>
          <a:xfrm>
            <a:off x="1571520" y="3808146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7538667-76E3-E2E5-A8D2-37400297BCFE}"/>
              </a:ext>
            </a:extLst>
          </p:cNvPr>
          <p:cNvSpPr txBox="1"/>
          <p:nvPr/>
        </p:nvSpPr>
        <p:spPr>
          <a:xfrm>
            <a:off x="363514" y="295502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クライアント</a:t>
            </a:r>
            <a:endParaRPr lang="en-US" altLang="ja-JP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0B9B3541-4B2F-4CA8-9025-DF03BAF6E5E0}"/>
              </a:ext>
            </a:extLst>
          </p:cNvPr>
          <p:cNvCxnSpPr>
            <a:cxnSpLocks/>
          </p:cNvCxnSpPr>
          <p:nvPr/>
        </p:nvCxnSpPr>
        <p:spPr>
          <a:xfrm flipH="1">
            <a:off x="414314" y="4177478"/>
            <a:ext cx="1460055" cy="1743159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2310BCF-B5FF-BC86-D7E0-3BC87C529954}"/>
              </a:ext>
            </a:extLst>
          </p:cNvPr>
          <p:cNvSpPr txBox="1"/>
          <p:nvPr/>
        </p:nvSpPr>
        <p:spPr>
          <a:xfrm>
            <a:off x="205775" y="5909427"/>
            <a:ext cx="3372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ja-JP" sz="1400" dirty="0"/>
              <a:t>python3 src/client_localhost.py 22</a:t>
            </a:r>
            <a:endParaRPr lang="ja-JP" altLang="en-US" sz="14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A8186EB-D008-0DBB-1B0A-9481E4B5B8E3}"/>
              </a:ext>
            </a:extLst>
          </p:cNvPr>
          <p:cNvSpPr txBox="1"/>
          <p:nvPr/>
        </p:nvSpPr>
        <p:spPr>
          <a:xfrm>
            <a:off x="1966141" y="4170622"/>
            <a:ext cx="2024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echo-subsystem</a:t>
            </a:r>
            <a:endParaRPr lang="ja-JP" altLang="en-US" dirty="0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D9D55656-DC83-0888-94DE-0B55742834E3}"/>
              </a:ext>
            </a:extLst>
          </p:cNvPr>
          <p:cNvCxnSpPr>
            <a:cxnSpLocks/>
          </p:cNvCxnSpPr>
          <p:nvPr/>
        </p:nvCxnSpPr>
        <p:spPr>
          <a:xfrm>
            <a:off x="2240387" y="3992812"/>
            <a:ext cx="804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7AF7220-9F9E-E1F2-6E12-CC6A841ED031}"/>
              </a:ext>
            </a:extLst>
          </p:cNvPr>
          <p:cNvSpPr txBox="1"/>
          <p:nvPr/>
        </p:nvSpPr>
        <p:spPr>
          <a:xfrm>
            <a:off x="8654115" y="362706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22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6FC7236-6E22-A278-D337-A08D48B54375}"/>
              </a:ext>
            </a:extLst>
          </p:cNvPr>
          <p:cNvSpPr txBox="1"/>
          <p:nvPr/>
        </p:nvSpPr>
        <p:spPr>
          <a:xfrm>
            <a:off x="10287587" y="3808146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E8FE5CA-0A23-00BD-1ADC-B12C9D175225}"/>
              </a:ext>
            </a:extLst>
          </p:cNvPr>
          <p:cNvSpPr txBox="1"/>
          <p:nvPr/>
        </p:nvSpPr>
        <p:spPr>
          <a:xfrm>
            <a:off x="10287587" y="4858013"/>
            <a:ext cx="101515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tcp</a:t>
            </a:r>
            <a:endParaRPr kumimoji="1" lang="ja-JP" altLang="en-US" dirty="0"/>
          </a:p>
        </p:txBody>
      </p:sp>
      <p:cxnSp>
        <p:nvCxnSpPr>
          <p:cNvPr id="18" name="コネクタ: 曲線 17">
            <a:extLst>
              <a:ext uri="{FF2B5EF4-FFF2-40B4-BE49-F238E27FC236}">
                <a16:creationId xmlns:a16="http://schemas.microsoft.com/office/drawing/2014/main" id="{C36BFF9C-86E5-1F67-AC85-1B4562B51215}"/>
              </a:ext>
            </a:extLst>
          </p:cNvPr>
          <p:cNvCxnSpPr>
            <a:cxnSpLocks/>
            <a:stCxn id="15" idx="1"/>
            <a:endCxn id="16" idx="1"/>
          </p:cNvCxnSpPr>
          <p:nvPr/>
        </p:nvCxnSpPr>
        <p:spPr>
          <a:xfrm rot="10800000" flipV="1">
            <a:off x="10287587" y="3992811"/>
            <a:ext cx="12700" cy="1049867"/>
          </a:xfrm>
          <a:prstGeom prst="curvedConnector3">
            <a:avLst>
              <a:gd name="adj1" fmla="val 180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DBEF52B8-48A1-2D42-A5C2-0AEE470974E5}"/>
              </a:ext>
            </a:extLst>
          </p:cNvPr>
          <p:cNvCxnSpPr>
            <a:cxnSpLocks/>
          </p:cNvCxnSpPr>
          <p:nvPr/>
        </p:nvCxnSpPr>
        <p:spPr>
          <a:xfrm flipH="1">
            <a:off x="8978647" y="5227345"/>
            <a:ext cx="1483623" cy="73033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4D8CE2F-1040-6A84-54B9-B695F6157F71}"/>
              </a:ext>
            </a:extLst>
          </p:cNvPr>
          <p:cNvSpPr txBox="1"/>
          <p:nvPr/>
        </p:nvSpPr>
        <p:spPr>
          <a:xfrm>
            <a:off x="8740591" y="5920637"/>
            <a:ext cx="28786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python3 server_tcp.py</a:t>
            </a:r>
            <a:endParaRPr lang="ja-JP" altLang="en-US" sz="1400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430C06E-6600-C1C9-8A4A-847CD9DA3E2D}"/>
              </a:ext>
            </a:extLst>
          </p:cNvPr>
          <p:cNvSpPr txBox="1"/>
          <p:nvPr/>
        </p:nvSpPr>
        <p:spPr>
          <a:xfrm>
            <a:off x="10129491" y="4112075"/>
            <a:ext cx="2024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echo-subsystem</a:t>
            </a:r>
            <a:endParaRPr lang="ja-JP" altLang="en-US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5CE895F-A5E7-E26A-A334-A8F95111CA41}"/>
              </a:ext>
            </a:extLst>
          </p:cNvPr>
          <p:cNvSpPr txBox="1"/>
          <p:nvPr/>
        </p:nvSpPr>
        <p:spPr>
          <a:xfrm>
            <a:off x="9391451" y="4484475"/>
            <a:ext cx="978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dirty="0"/>
              <a:t>2222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71972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68EC7-9B3A-AEC2-E7E2-2E1A296DB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5CD662A-7034-4504-25B8-61E299287986}"/>
              </a:ext>
            </a:extLst>
          </p:cNvPr>
          <p:cNvSpPr/>
          <p:nvPr/>
        </p:nvSpPr>
        <p:spPr>
          <a:xfrm>
            <a:off x="205774" y="2765664"/>
            <a:ext cx="11780451" cy="2988163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AAFC8EF-22DC-3108-A226-A36FE6BCFE95}"/>
              </a:ext>
            </a:extLst>
          </p:cNvPr>
          <p:cNvSpPr/>
          <p:nvPr/>
        </p:nvSpPr>
        <p:spPr>
          <a:xfrm>
            <a:off x="9095261" y="2893143"/>
            <a:ext cx="2774350" cy="27743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062C386-D44F-F05D-7994-85BFAFEB3310}"/>
              </a:ext>
            </a:extLst>
          </p:cNvPr>
          <p:cNvSpPr txBox="1"/>
          <p:nvPr/>
        </p:nvSpPr>
        <p:spPr>
          <a:xfrm>
            <a:off x="9078373" y="2889563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サーバ</a:t>
            </a:r>
            <a:r>
              <a:rPr lang="en-US" altLang="ja-JP" dirty="0"/>
              <a:t>(</a:t>
            </a:r>
            <a:r>
              <a:rPr lang="pt-BR" altLang="ja-JP" dirty="0"/>
              <a:t>130.81.1.2)</a:t>
            </a:r>
            <a:endParaRPr lang="en-US" altLang="ja-JP" dirty="0"/>
          </a:p>
        </p:txBody>
      </p: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78BD16E0-7115-4C9C-89EA-405A5DBCAABA}"/>
              </a:ext>
            </a:extLst>
          </p:cNvPr>
          <p:cNvSpPr/>
          <p:nvPr/>
        </p:nvSpPr>
        <p:spPr>
          <a:xfrm>
            <a:off x="205774" y="485735"/>
            <a:ext cx="11780451" cy="1442866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0" name="正方形/長方形 119">
            <a:extLst>
              <a:ext uri="{FF2B5EF4-FFF2-40B4-BE49-F238E27FC236}">
                <a16:creationId xmlns:a16="http://schemas.microsoft.com/office/drawing/2014/main" id="{ADA986A5-8082-97D8-EF9C-0B4AC1843AEC}"/>
              </a:ext>
            </a:extLst>
          </p:cNvPr>
          <p:cNvSpPr/>
          <p:nvPr/>
        </p:nvSpPr>
        <p:spPr>
          <a:xfrm>
            <a:off x="333254" y="629586"/>
            <a:ext cx="2774350" cy="117881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8018CBD6-A3C1-CB88-5076-96EED5C281D9}"/>
              </a:ext>
            </a:extLst>
          </p:cNvPr>
          <p:cNvSpPr/>
          <p:nvPr/>
        </p:nvSpPr>
        <p:spPr>
          <a:xfrm>
            <a:off x="9095261" y="595801"/>
            <a:ext cx="2774350" cy="124646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2" name="直線コネクタ 121">
            <a:extLst>
              <a:ext uri="{FF2B5EF4-FFF2-40B4-BE49-F238E27FC236}">
                <a16:creationId xmlns:a16="http://schemas.microsoft.com/office/drawing/2014/main" id="{B4DBE79E-14CA-B2EA-A82A-706543CAF72C}"/>
              </a:ext>
            </a:extLst>
          </p:cNvPr>
          <p:cNvCxnSpPr>
            <a:cxnSpLocks/>
          </p:cNvCxnSpPr>
          <p:nvPr/>
        </p:nvCxnSpPr>
        <p:spPr>
          <a:xfrm>
            <a:off x="2259187" y="1276720"/>
            <a:ext cx="804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BFF4FB3F-44B1-016D-D72A-E23C3F3FC256}"/>
              </a:ext>
            </a:extLst>
          </p:cNvPr>
          <p:cNvSpPr txBox="1"/>
          <p:nvPr/>
        </p:nvSpPr>
        <p:spPr>
          <a:xfrm>
            <a:off x="10287587" y="1032787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124" name="テキスト ボックス 123">
            <a:extLst>
              <a:ext uri="{FF2B5EF4-FFF2-40B4-BE49-F238E27FC236}">
                <a16:creationId xmlns:a16="http://schemas.microsoft.com/office/drawing/2014/main" id="{157B6870-E98C-45F7-3865-CCFA7A49A33D}"/>
              </a:ext>
            </a:extLst>
          </p:cNvPr>
          <p:cNvSpPr txBox="1"/>
          <p:nvPr/>
        </p:nvSpPr>
        <p:spPr>
          <a:xfrm>
            <a:off x="9531653" y="90738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2222</a:t>
            </a:r>
            <a:endParaRPr kumimoji="1" lang="ja-JP" altLang="en-US" dirty="0"/>
          </a:p>
        </p:txBody>
      </p: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6CCDF703-BADD-09F9-324A-863285D44BA0}"/>
              </a:ext>
            </a:extLst>
          </p:cNvPr>
          <p:cNvSpPr txBox="1"/>
          <p:nvPr/>
        </p:nvSpPr>
        <p:spPr>
          <a:xfrm>
            <a:off x="274947" y="62841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クライアント</a:t>
            </a:r>
            <a:endParaRPr lang="en-US" altLang="ja-JP" dirty="0"/>
          </a:p>
        </p:txBody>
      </p:sp>
      <p:sp>
        <p:nvSpPr>
          <p:cNvPr id="126" name="テキスト ボックス 125">
            <a:extLst>
              <a:ext uri="{FF2B5EF4-FFF2-40B4-BE49-F238E27FC236}">
                <a16:creationId xmlns:a16="http://schemas.microsoft.com/office/drawing/2014/main" id="{86B2E6E1-8C17-7727-3D48-8B822D88400A}"/>
              </a:ext>
            </a:extLst>
          </p:cNvPr>
          <p:cNvSpPr txBox="1"/>
          <p:nvPr/>
        </p:nvSpPr>
        <p:spPr>
          <a:xfrm>
            <a:off x="1590320" y="1058187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127" name="テキスト ボックス 126">
            <a:extLst>
              <a:ext uri="{FF2B5EF4-FFF2-40B4-BE49-F238E27FC236}">
                <a16:creationId xmlns:a16="http://schemas.microsoft.com/office/drawing/2014/main" id="{52086F56-BFCA-843A-2364-2537BF225928}"/>
              </a:ext>
            </a:extLst>
          </p:cNvPr>
          <p:cNvSpPr txBox="1"/>
          <p:nvPr/>
        </p:nvSpPr>
        <p:spPr>
          <a:xfrm>
            <a:off x="9060660" y="663455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サーバ</a:t>
            </a:r>
            <a:r>
              <a:rPr lang="en-US" altLang="ja-JP" dirty="0"/>
              <a:t>(</a:t>
            </a:r>
            <a:r>
              <a:rPr lang="pt-BR" altLang="ja-JP" dirty="0"/>
              <a:t>130.81.1.2)</a:t>
            </a:r>
            <a:endParaRPr lang="en-US" altLang="ja-JP" dirty="0"/>
          </a:p>
        </p:txBody>
      </p:sp>
      <p:cxnSp>
        <p:nvCxnSpPr>
          <p:cNvPr id="128" name="直線コネクタ 127">
            <a:extLst>
              <a:ext uri="{FF2B5EF4-FFF2-40B4-BE49-F238E27FC236}">
                <a16:creationId xmlns:a16="http://schemas.microsoft.com/office/drawing/2014/main" id="{F38CDA30-3A52-829D-AD21-5ABA35B90598}"/>
              </a:ext>
            </a:extLst>
          </p:cNvPr>
          <p:cNvCxnSpPr>
            <a:cxnSpLocks/>
          </p:cNvCxnSpPr>
          <p:nvPr/>
        </p:nvCxnSpPr>
        <p:spPr>
          <a:xfrm flipH="1">
            <a:off x="414314" y="1402119"/>
            <a:ext cx="1569660" cy="693292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直線コネクタ 128">
            <a:extLst>
              <a:ext uri="{FF2B5EF4-FFF2-40B4-BE49-F238E27FC236}">
                <a16:creationId xmlns:a16="http://schemas.microsoft.com/office/drawing/2014/main" id="{E9B67BCA-18F5-42F0-981B-1E1712D6C248}"/>
              </a:ext>
            </a:extLst>
          </p:cNvPr>
          <p:cNvCxnSpPr>
            <a:cxnSpLocks/>
          </p:cNvCxnSpPr>
          <p:nvPr/>
        </p:nvCxnSpPr>
        <p:spPr>
          <a:xfrm flipH="1">
            <a:off x="8978647" y="1402119"/>
            <a:ext cx="1483623" cy="73033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テキスト ボックス 129">
            <a:extLst>
              <a:ext uri="{FF2B5EF4-FFF2-40B4-BE49-F238E27FC236}">
                <a16:creationId xmlns:a16="http://schemas.microsoft.com/office/drawing/2014/main" id="{BA49F1B8-BE21-2B84-7113-1ADEFD00D5BD}"/>
              </a:ext>
            </a:extLst>
          </p:cNvPr>
          <p:cNvSpPr txBox="1"/>
          <p:nvPr/>
        </p:nvSpPr>
        <p:spPr>
          <a:xfrm>
            <a:off x="8740591" y="2095411"/>
            <a:ext cx="28786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python3 server_sub.py 2222</a:t>
            </a:r>
            <a:endParaRPr lang="ja-JP" altLang="en-US" sz="1400" dirty="0"/>
          </a:p>
        </p:txBody>
      </p:sp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ACDC7007-6B26-60F4-0951-6B6C3BDF9062}"/>
              </a:ext>
            </a:extLst>
          </p:cNvPr>
          <p:cNvSpPr txBox="1"/>
          <p:nvPr/>
        </p:nvSpPr>
        <p:spPr>
          <a:xfrm>
            <a:off x="205775" y="2084201"/>
            <a:ext cx="3372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ja-JP" sz="1400" dirty="0"/>
              <a:t>python3 src/client_sub.py 2222</a:t>
            </a:r>
            <a:endParaRPr lang="ja-JP" altLang="en-US" sz="14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79BD089-0B89-F9B8-AB48-29F0B0E4385B}"/>
              </a:ext>
            </a:extLst>
          </p:cNvPr>
          <p:cNvSpPr txBox="1"/>
          <p:nvPr/>
        </p:nvSpPr>
        <p:spPr>
          <a:xfrm>
            <a:off x="1874369" y="1406971"/>
            <a:ext cx="2024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echo-subsystem</a:t>
            </a:r>
            <a:endParaRPr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943D416-B671-99CB-DBCF-BE0227C74152}"/>
              </a:ext>
            </a:extLst>
          </p:cNvPr>
          <p:cNvSpPr txBox="1"/>
          <p:nvPr/>
        </p:nvSpPr>
        <p:spPr>
          <a:xfrm>
            <a:off x="9769984" y="1358727"/>
            <a:ext cx="2024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echo-subsystem</a:t>
            </a:r>
            <a:endParaRPr lang="ja-JP" altLang="en-US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59C9B81-23B3-989F-27F6-EB0D27EC7E4B}"/>
              </a:ext>
            </a:extLst>
          </p:cNvPr>
          <p:cNvSpPr/>
          <p:nvPr/>
        </p:nvSpPr>
        <p:spPr>
          <a:xfrm>
            <a:off x="333254" y="2893144"/>
            <a:ext cx="2774350" cy="27743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CD75A30-4185-4161-272E-B36B5D25FF88}"/>
              </a:ext>
            </a:extLst>
          </p:cNvPr>
          <p:cNvSpPr txBox="1"/>
          <p:nvPr/>
        </p:nvSpPr>
        <p:spPr>
          <a:xfrm>
            <a:off x="1571520" y="3808146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EE99B9D-772C-449D-4381-6820A44B7E82}"/>
              </a:ext>
            </a:extLst>
          </p:cNvPr>
          <p:cNvSpPr txBox="1"/>
          <p:nvPr/>
        </p:nvSpPr>
        <p:spPr>
          <a:xfrm>
            <a:off x="363514" y="295502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クライアント</a:t>
            </a:r>
            <a:endParaRPr lang="en-US" altLang="ja-JP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81340258-75BF-26B0-1521-59C469FC02E2}"/>
              </a:ext>
            </a:extLst>
          </p:cNvPr>
          <p:cNvCxnSpPr>
            <a:cxnSpLocks/>
          </p:cNvCxnSpPr>
          <p:nvPr/>
        </p:nvCxnSpPr>
        <p:spPr>
          <a:xfrm flipH="1">
            <a:off x="414314" y="4177478"/>
            <a:ext cx="1460055" cy="1743159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76D3951-1AC9-B773-34A6-5DB4893F100D}"/>
              </a:ext>
            </a:extLst>
          </p:cNvPr>
          <p:cNvSpPr txBox="1"/>
          <p:nvPr/>
        </p:nvSpPr>
        <p:spPr>
          <a:xfrm>
            <a:off x="205774" y="5909427"/>
            <a:ext cx="43379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ja-JP" sz="1400" dirty="0"/>
              <a:t>python3 src/client.py 130.81.1.2 22 sato</a:t>
            </a:r>
            <a:endParaRPr lang="ja-JP" altLang="en-US" sz="14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D790468-4BFD-D4A1-3A98-4FFBD766342F}"/>
              </a:ext>
            </a:extLst>
          </p:cNvPr>
          <p:cNvSpPr txBox="1"/>
          <p:nvPr/>
        </p:nvSpPr>
        <p:spPr>
          <a:xfrm>
            <a:off x="1966141" y="4170622"/>
            <a:ext cx="2024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 err="1"/>
              <a:t>sato</a:t>
            </a:r>
            <a:endParaRPr lang="ja-JP" altLang="en-US" dirty="0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2E371691-B2F1-3EDD-2FB0-EEB1811961E0}"/>
              </a:ext>
            </a:extLst>
          </p:cNvPr>
          <p:cNvCxnSpPr>
            <a:cxnSpLocks/>
          </p:cNvCxnSpPr>
          <p:nvPr/>
        </p:nvCxnSpPr>
        <p:spPr>
          <a:xfrm>
            <a:off x="2240387" y="3992812"/>
            <a:ext cx="804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B3226B9-9919-9BAA-28D1-DDCA14F1904C}"/>
              </a:ext>
            </a:extLst>
          </p:cNvPr>
          <p:cNvSpPr txBox="1"/>
          <p:nvPr/>
        </p:nvSpPr>
        <p:spPr>
          <a:xfrm>
            <a:off x="8654115" y="362706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22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321F02D-720E-3CB0-B0E7-17ED47E01BC5}"/>
              </a:ext>
            </a:extLst>
          </p:cNvPr>
          <p:cNvSpPr txBox="1"/>
          <p:nvPr/>
        </p:nvSpPr>
        <p:spPr>
          <a:xfrm>
            <a:off x="10287587" y="3808146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5F409D8-B90E-CC00-6635-E92750B6DA7A}"/>
              </a:ext>
            </a:extLst>
          </p:cNvPr>
          <p:cNvSpPr txBox="1"/>
          <p:nvPr/>
        </p:nvSpPr>
        <p:spPr>
          <a:xfrm>
            <a:off x="10287587" y="4858013"/>
            <a:ext cx="101515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tcp</a:t>
            </a:r>
            <a:endParaRPr kumimoji="1" lang="ja-JP" altLang="en-US" dirty="0"/>
          </a:p>
        </p:txBody>
      </p:sp>
      <p:cxnSp>
        <p:nvCxnSpPr>
          <p:cNvPr id="18" name="コネクタ: 曲線 17">
            <a:extLst>
              <a:ext uri="{FF2B5EF4-FFF2-40B4-BE49-F238E27FC236}">
                <a16:creationId xmlns:a16="http://schemas.microsoft.com/office/drawing/2014/main" id="{30599241-1774-E07E-8243-F52D91485429}"/>
              </a:ext>
            </a:extLst>
          </p:cNvPr>
          <p:cNvCxnSpPr>
            <a:cxnSpLocks/>
            <a:stCxn id="15" idx="1"/>
            <a:endCxn id="16" idx="1"/>
          </p:cNvCxnSpPr>
          <p:nvPr/>
        </p:nvCxnSpPr>
        <p:spPr>
          <a:xfrm rot="10800000" flipV="1">
            <a:off x="10287587" y="3992811"/>
            <a:ext cx="12700" cy="1049867"/>
          </a:xfrm>
          <a:prstGeom prst="curvedConnector3">
            <a:avLst>
              <a:gd name="adj1" fmla="val 180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625A4FD3-DDDB-3FA8-783B-D164D388E8C7}"/>
              </a:ext>
            </a:extLst>
          </p:cNvPr>
          <p:cNvCxnSpPr>
            <a:cxnSpLocks/>
          </p:cNvCxnSpPr>
          <p:nvPr/>
        </p:nvCxnSpPr>
        <p:spPr>
          <a:xfrm flipH="1">
            <a:off x="8978647" y="5227345"/>
            <a:ext cx="1483623" cy="73033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72E82DE-D165-0AB0-5570-4573C3434C0D}"/>
              </a:ext>
            </a:extLst>
          </p:cNvPr>
          <p:cNvSpPr txBox="1"/>
          <p:nvPr/>
        </p:nvSpPr>
        <p:spPr>
          <a:xfrm>
            <a:off x="8740591" y="5920637"/>
            <a:ext cx="28786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python3 server.py 2222</a:t>
            </a:r>
            <a:endParaRPr lang="ja-JP" altLang="en-US" sz="1400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E64F490-723C-CBD4-64B7-65DA3EA1645C}"/>
              </a:ext>
            </a:extLst>
          </p:cNvPr>
          <p:cNvSpPr txBox="1"/>
          <p:nvPr/>
        </p:nvSpPr>
        <p:spPr>
          <a:xfrm>
            <a:off x="9531653" y="4170622"/>
            <a:ext cx="2024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Sato</a:t>
            </a:r>
            <a:r>
              <a:rPr lang="ja-JP" altLang="en-US" dirty="0"/>
              <a:t>の場合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6991DB9-3F88-34F8-D82D-0FF8F00B2F62}"/>
              </a:ext>
            </a:extLst>
          </p:cNvPr>
          <p:cNvSpPr txBox="1"/>
          <p:nvPr/>
        </p:nvSpPr>
        <p:spPr>
          <a:xfrm>
            <a:off x="9439829" y="4589942"/>
            <a:ext cx="939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2222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427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A2C94-E149-2AF2-F13F-5D46F7E3A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A586022-14A4-41CB-23A1-8C610EE2B388}"/>
              </a:ext>
            </a:extLst>
          </p:cNvPr>
          <p:cNvSpPr/>
          <p:nvPr/>
        </p:nvSpPr>
        <p:spPr>
          <a:xfrm>
            <a:off x="205774" y="2765664"/>
            <a:ext cx="11780451" cy="2988163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10C5739-7D5A-EF8B-747B-9F97EBECE3FE}"/>
              </a:ext>
            </a:extLst>
          </p:cNvPr>
          <p:cNvSpPr/>
          <p:nvPr/>
        </p:nvSpPr>
        <p:spPr>
          <a:xfrm>
            <a:off x="7230359" y="2893143"/>
            <a:ext cx="4639252" cy="27743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B051A0F-748C-8C16-BEAF-33812E57647B}"/>
              </a:ext>
            </a:extLst>
          </p:cNvPr>
          <p:cNvSpPr txBox="1"/>
          <p:nvPr/>
        </p:nvSpPr>
        <p:spPr>
          <a:xfrm>
            <a:off x="9078373" y="2889563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サーバ</a:t>
            </a:r>
            <a:r>
              <a:rPr lang="en-US" altLang="ja-JP" dirty="0"/>
              <a:t>(</a:t>
            </a:r>
            <a:r>
              <a:rPr lang="pt-BR" altLang="ja-JP" dirty="0"/>
              <a:t>130.81.1.2)</a:t>
            </a:r>
            <a:endParaRPr lang="en-US" altLang="ja-JP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F3F94ED-1ADD-F8FA-DC68-4ACF45449A61}"/>
              </a:ext>
            </a:extLst>
          </p:cNvPr>
          <p:cNvSpPr/>
          <p:nvPr/>
        </p:nvSpPr>
        <p:spPr>
          <a:xfrm>
            <a:off x="333254" y="2893144"/>
            <a:ext cx="2774350" cy="27743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EE312BD-2825-DCC3-7C25-4B1304F5FA31}"/>
              </a:ext>
            </a:extLst>
          </p:cNvPr>
          <p:cNvSpPr txBox="1"/>
          <p:nvPr/>
        </p:nvSpPr>
        <p:spPr>
          <a:xfrm>
            <a:off x="1052984" y="3808146"/>
            <a:ext cx="118740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Chrome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70A1D65-7563-61C4-4A69-2A93532012C7}"/>
              </a:ext>
            </a:extLst>
          </p:cNvPr>
          <p:cNvSpPr txBox="1"/>
          <p:nvPr/>
        </p:nvSpPr>
        <p:spPr>
          <a:xfrm>
            <a:off x="363514" y="295502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クライアント</a:t>
            </a:r>
            <a:endParaRPr lang="en-US" altLang="ja-JP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29CBD27-F8C4-DA24-0524-8F37488DFE21}"/>
              </a:ext>
            </a:extLst>
          </p:cNvPr>
          <p:cNvSpPr txBox="1"/>
          <p:nvPr/>
        </p:nvSpPr>
        <p:spPr>
          <a:xfrm>
            <a:off x="1966140" y="4120293"/>
            <a:ext cx="39114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http://130.81.1.2:8080/abc/</a:t>
            </a:r>
            <a:endParaRPr lang="ja-JP" altLang="en-US" dirty="0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E616A39A-EEAD-0006-6B94-A67D977D2182}"/>
              </a:ext>
            </a:extLst>
          </p:cNvPr>
          <p:cNvCxnSpPr>
            <a:cxnSpLocks/>
          </p:cNvCxnSpPr>
          <p:nvPr/>
        </p:nvCxnSpPr>
        <p:spPr>
          <a:xfrm>
            <a:off x="2240387" y="3992812"/>
            <a:ext cx="804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71CDDA2-77FD-5C42-508E-2FE833893715}"/>
              </a:ext>
            </a:extLst>
          </p:cNvPr>
          <p:cNvSpPr txBox="1"/>
          <p:nvPr/>
        </p:nvSpPr>
        <p:spPr>
          <a:xfrm>
            <a:off x="10287587" y="3808146"/>
            <a:ext cx="12686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FastAPI</a:t>
            </a:r>
            <a:endParaRPr kumimoji="1" lang="ja-JP" altLang="en-US" dirty="0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E4223834-7405-10A7-FEB3-59A4ADC33E48}"/>
              </a:ext>
            </a:extLst>
          </p:cNvPr>
          <p:cNvCxnSpPr>
            <a:cxnSpLocks/>
          </p:cNvCxnSpPr>
          <p:nvPr/>
        </p:nvCxnSpPr>
        <p:spPr>
          <a:xfrm flipH="1">
            <a:off x="8978647" y="4177478"/>
            <a:ext cx="1654788" cy="1780201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5300690-BD51-5FE5-44C2-144DD5C5545E}"/>
              </a:ext>
            </a:extLst>
          </p:cNvPr>
          <p:cNvSpPr txBox="1"/>
          <p:nvPr/>
        </p:nvSpPr>
        <p:spPr>
          <a:xfrm>
            <a:off x="8740591" y="5920637"/>
            <a:ext cx="28786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python3 server_fast.py 8080 </a:t>
            </a:r>
            <a:r>
              <a:rPr lang="en-US" altLang="ja-JP" sz="1400" dirty="0" err="1"/>
              <a:t>abc</a:t>
            </a:r>
            <a:endParaRPr lang="ja-JP" altLang="en-US" sz="140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65BBADE-0372-03D3-554A-14BE585F44ED}"/>
              </a:ext>
            </a:extLst>
          </p:cNvPr>
          <p:cNvSpPr txBox="1"/>
          <p:nvPr/>
        </p:nvSpPr>
        <p:spPr>
          <a:xfrm>
            <a:off x="10294058" y="4847335"/>
            <a:ext cx="12686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FastAPI</a:t>
            </a:r>
            <a:endParaRPr kumimoji="1" lang="ja-JP" altLang="en-US" dirty="0"/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BE8D2C74-C4D3-71FC-E8C4-053908F62BB9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9115718" y="5216667"/>
            <a:ext cx="1812659" cy="1086411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49BF463-398B-B44F-C3FC-BE47228D23B4}"/>
              </a:ext>
            </a:extLst>
          </p:cNvPr>
          <p:cNvSpPr txBox="1"/>
          <p:nvPr/>
        </p:nvSpPr>
        <p:spPr>
          <a:xfrm>
            <a:off x="8740591" y="6255856"/>
            <a:ext cx="28786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python3 server_fast.py 8081 </a:t>
            </a:r>
            <a:r>
              <a:rPr lang="en-US" altLang="ja-JP" sz="1400" dirty="0" err="1"/>
              <a:t>efg</a:t>
            </a:r>
            <a:endParaRPr lang="ja-JP" altLang="en-US" sz="14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4D31446-C6C8-C81D-AED1-A46456991110}"/>
              </a:ext>
            </a:extLst>
          </p:cNvPr>
          <p:cNvSpPr txBox="1"/>
          <p:nvPr/>
        </p:nvSpPr>
        <p:spPr>
          <a:xfrm>
            <a:off x="1052984" y="4829885"/>
            <a:ext cx="118740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Chrome</a:t>
            </a:r>
            <a:endParaRPr kumimoji="1" lang="ja-JP" altLang="en-US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F79E170B-E776-645F-C38D-E80828B8315D}"/>
              </a:ext>
            </a:extLst>
          </p:cNvPr>
          <p:cNvSpPr txBox="1"/>
          <p:nvPr/>
        </p:nvSpPr>
        <p:spPr>
          <a:xfrm>
            <a:off x="1966140" y="5142032"/>
            <a:ext cx="39114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http://130.81.1.2:8081/efg/</a:t>
            </a:r>
            <a:endParaRPr lang="ja-JP" altLang="en-US" dirty="0"/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14644558-8E0E-A776-2F02-7CC511D2904E}"/>
              </a:ext>
            </a:extLst>
          </p:cNvPr>
          <p:cNvCxnSpPr>
            <a:cxnSpLocks/>
          </p:cNvCxnSpPr>
          <p:nvPr/>
        </p:nvCxnSpPr>
        <p:spPr>
          <a:xfrm>
            <a:off x="2240387" y="5014551"/>
            <a:ext cx="804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885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EAD93-C200-0514-5AE0-47B31C7E9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6B24AD5-D725-1D89-4DF6-C8CF8621156B}"/>
              </a:ext>
            </a:extLst>
          </p:cNvPr>
          <p:cNvSpPr/>
          <p:nvPr/>
        </p:nvSpPr>
        <p:spPr>
          <a:xfrm>
            <a:off x="205774" y="2765664"/>
            <a:ext cx="11780451" cy="2988163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AAC64D0-912B-BF3C-04C1-99F3AC066D64}"/>
              </a:ext>
            </a:extLst>
          </p:cNvPr>
          <p:cNvSpPr/>
          <p:nvPr/>
        </p:nvSpPr>
        <p:spPr>
          <a:xfrm>
            <a:off x="7230359" y="2893143"/>
            <a:ext cx="4639252" cy="27743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C8516D1-E98F-CECE-E028-00A300ED12C8}"/>
              </a:ext>
            </a:extLst>
          </p:cNvPr>
          <p:cNvSpPr txBox="1"/>
          <p:nvPr/>
        </p:nvSpPr>
        <p:spPr>
          <a:xfrm>
            <a:off x="9078373" y="2889563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サーバ</a:t>
            </a:r>
            <a:r>
              <a:rPr lang="en-US" altLang="ja-JP" dirty="0"/>
              <a:t>(</a:t>
            </a:r>
            <a:r>
              <a:rPr lang="pt-BR" altLang="ja-JP" dirty="0"/>
              <a:t>130.81.1.2)</a:t>
            </a:r>
            <a:endParaRPr lang="en-US" altLang="ja-JP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DD044CA-6ADC-5F5E-9C41-22D8C1BB3CFA}"/>
              </a:ext>
            </a:extLst>
          </p:cNvPr>
          <p:cNvSpPr/>
          <p:nvPr/>
        </p:nvSpPr>
        <p:spPr>
          <a:xfrm>
            <a:off x="333254" y="2893144"/>
            <a:ext cx="2774350" cy="27743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54A6139-6E22-9B86-75CA-AD8DD3B5BA26}"/>
              </a:ext>
            </a:extLst>
          </p:cNvPr>
          <p:cNvSpPr txBox="1"/>
          <p:nvPr/>
        </p:nvSpPr>
        <p:spPr>
          <a:xfrm>
            <a:off x="1052984" y="3808146"/>
            <a:ext cx="118740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Chrome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F5E99FE-A732-3D4B-2CDF-3FD1D0BCF145}"/>
              </a:ext>
            </a:extLst>
          </p:cNvPr>
          <p:cNvSpPr txBox="1"/>
          <p:nvPr/>
        </p:nvSpPr>
        <p:spPr>
          <a:xfrm>
            <a:off x="363514" y="295502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クライアント</a:t>
            </a:r>
            <a:endParaRPr lang="en-US" altLang="ja-JP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AE39CEA-9F18-6C57-8DF0-937D915938C3}"/>
              </a:ext>
            </a:extLst>
          </p:cNvPr>
          <p:cNvSpPr txBox="1"/>
          <p:nvPr/>
        </p:nvSpPr>
        <p:spPr>
          <a:xfrm>
            <a:off x="1871619" y="4150469"/>
            <a:ext cx="39114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hlinkClick r:id="rId2"/>
              </a:rPr>
              <a:t>https://130.81.1.2:8082/abc/</a:t>
            </a:r>
            <a:endParaRPr lang="en-US" altLang="ja-JP" dirty="0"/>
          </a:p>
          <a:p>
            <a:r>
              <a:rPr lang="en-US" altLang="ja-JP" dirty="0">
                <a:hlinkClick r:id="rId3"/>
              </a:rPr>
              <a:t>https://130.81.1.2:8082/efg/</a:t>
            </a:r>
            <a:endParaRPr lang="en-US" altLang="ja-JP" dirty="0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E2EC3F9C-7DA5-A7D8-EAC6-6015F98E2C58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2240387" y="3992812"/>
            <a:ext cx="504276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9C9233B-A6ED-01C6-788D-480C488D0053}"/>
              </a:ext>
            </a:extLst>
          </p:cNvPr>
          <p:cNvSpPr txBox="1"/>
          <p:nvPr/>
        </p:nvSpPr>
        <p:spPr>
          <a:xfrm>
            <a:off x="10287587" y="3808146"/>
            <a:ext cx="12686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FastAPI</a:t>
            </a:r>
            <a:endParaRPr kumimoji="1" lang="ja-JP" altLang="en-US" dirty="0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F0062B76-5167-BC4E-FB67-F4E7D95ED6CF}"/>
              </a:ext>
            </a:extLst>
          </p:cNvPr>
          <p:cNvCxnSpPr>
            <a:cxnSpLocks/>
          </p:cNvCxnSpPr>
          <p:nvPr/>
        </p:nvCxnSpPr>
        <p:spPr>
          <a:xfrm flipH="1">
            <a:off x="8978647" y="4177478"/>
            <a:ext cx="1654788" cy="1780201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0390B2E-F2F0-61CB-0D4D-AB6B13303A7A}"/>
              </a:ext>
            </a:extLst>
          </p:cNvPr>
          <p:cNvSpPr txBox="1"/>
          <p:nvPr/>
        </p:nvSpPr>
        <p:spPr>
          <a:xfrm>
            <a:off x="8740591" y="5920637"/>
            <a:ext cx="28786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python3 server_fast.py 8080 </a:t>
            </a:r>
            <a:r>
              <a:rPr lang="en-US" altLang="ja-JP" sz="1400" dirty="0" err="1"/>
              <a:t>abc</a:t>
            </a:r>
            <a:endParaRPr lang="ja-JP" altLang="en-US" sz="140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508B64A-690E-6671-2D50-AC0F39965408}"/>
              </a:ext>
            </a:extLst>
          </p:cNvPr>
          <p:cNvSpPr txBox="1"/>
          <p:nvPr/>
        </p:nvSpPr>
        <p:spPr>
          <a:xfrm>
            <a:off x="10294058" y="4847335"/>
            <a:ext cx="12686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FastAPI</a:t>
            </a:r>
            <a:endParaRPr kumimoji="1" lang="ja-JP" altLang="en-US" dirty="0"/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2BB569B9-01F8-192D-C94A-16910635E570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9115718" y="5216667"/>
            <a:ext cx="1812659" cy="1086411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501A7255-10FD-8538-3390-00EE4A8D25B4}"/>
              </a:ext>
            </a:extLst>
          </p:cNvPr>
          <p:cNvSpPr txBox="1"/>
          <p:nvPr/>
        </p:nvSpPr>
        <p:spPr>
          <a:xfrm>
            <a:off x="8740591" y="6255856"/>
            <a:ext cx="28786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python3 server_fast.py 8081 </a:t>
            </a:r>
            <a:r>
              <a:rPr lang="en-US" altLang="ja-JP" sz="1400" dirty="0" err="1"/>
              <a:t>efg</a:t>
            </a:r>
            <a:endParaRPr lang="ja-JP" altLang="en-US" sz="14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6686EC5-AD3A-1D78-20C3-915A5C37BB29}"/>
              </a:ext>
            </a:extLst>
          </p:cNvPr>
          <p:cNvSpPr txBox="1"/>
          <p:nvPr/>
        </p:nvSpPr>
        <p:spPr>
          <a:xfrm>
            <a:off x="7283149" y="3808146"/>
            <a:ext cx="12686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nginx</a:t>
            </a:r>
            <a:endParaRPr kumimoji="1" lang="ja-JP" altLang="en-US" dirty="0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68DD7208-5446-D9B5-4E4E-F83961FD6948}"/>
              </a:ext>
            </a:extLst>
          </p:cNvPr>
          <p:cNvCxnSpPr>
            <a:cxnSpLocks/>
            <a:stCxn id="10" idx="3"/>
            <a:endCxn id="15" idx="1"/>
          </p:cNvCxnSpPr>
          <p:nvPr/>
        </p:nvCxnSpPr>
        <p:spPr>
          <a:xfrm>
            <a:off x="8551787" y="3992812"/>
            <a:ext cx="1735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95CFBC5B-5E87-5DAB-BFCF-8208ABB50AA2}"/>
              </a:ext>
            </a:extLst>
          </p:cNvPr>
          <p:cNvCxnSpPr>
            <a:cxnSpLocks/>
            <a:stCxn id="10" idx="3"/>
            <a:endCxn id="24" idx="1"/>
          </p:cNvCxnSpPr>
          <p:nvPr/>
        </p:nvCxnSpPr>
        <p:spPr>
          <a:xfrm>
            <a:off x="8551787" y="3992812"/>
            <a:ext cx="1742271" cy="10391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7896D54-F7A4-C590-52F2-F51D199E6DC2}"/>
              </a:ext>
            </a:extLst>
          </p:cNvPr>
          <p:cNvSpPr txBox="1"/>
          <p:nvPr/>
        </p:nvSpPr>
        <p:spPr>
          <a:xfrm>
            <a:off x="5726418" y="3506466"/>
            <a:ext cx="2887778" cy="3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hlinkClick r:id="rId4"/>
              </a:rPr>
              <a:t>http://130.81.1.2:8082/</a:t>
            </a:r>
            <a:endParaRPr lang="en-US" altLang="ja-JP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801D8F9A-B668-DF6F-824B-271BC092777A}"/>
              </a:ext>
            </a:extLst>
          </p:cNvPr>
          <p:cNvSpPr txBox="1"/>
          <p:nvPr/>
        </p:nvSpPr>
        <p:spPr>
          <a:xfrm>
            <a:off x="8683772" y="3506465"/>
            <a:ext cx="3071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hlinkClick r:id="rId5"/>
              </a:rPr>
              <a:t>http://localhost:8080/abc/</a:t>
            </a:r>
            <a:endParaRPr lang="en-US" altLang="ja-JP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9B04862C-3003-7B53-3B9B-E167FA6F22E7}"/>
              </a:ext>
            </a:extLst>
          </p:cNvPr>
          <p:cNvSpPr txBox="1"/>
          <p:nvPr/>
        </p:nvSpPr>
        <p:spPr>
          <a:xfrm>
            <a:off x="8627210" y="4476212"/>
            <a:ext cx="3071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hlinkClick r:id="rId5"/>
              </a:rPr>
              <a:t>http://localhost:8081/efg/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376205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00FF6-D643-54FC-EA44-CE4980B2D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52BC5799-421F-7A19-69E9-30DA915E193C}"/>
              </a:ext>
            </a:extLst>
          </p:cNvPr>
          <p:cNvGrpSpPr/>
          <p:nvPr/>
        </p:nvGrpSpPr>
        <p:grpSpPr>
          <a:xfrm>
            <a:off x="205774" y="478499"/>
            <a:ext cx="11780451" cy="2010177"/>
            <a:chOff x="205774" y="1562582"/>
            <a:chExt cx="11780451" cy="2010177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61FDBC55-7330-F0A5-E751-F1BCC36DEBC7}"/>
                </a:ext>
              </a:extLst>
            </p:cNvPr>
            <p:cNvSpPr>
              <a:spLocks/>
            </p:cNvSpPr>
            <p:nvPr/>
          </p:nvSpPr>
          <p:spPr>
            <a:xfrm>
              <a:off x="205774" y="1562582"/>
              <a:ext cx="11780451" cy="2010177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B0F2696B-7867-6315-2BDF-B8758B8464AC}"/>
                </a:ext>
              </a:extLst>
            </p:cNvPr>
            <p:cNvSpPr>
              <a:spLocks/>
            </p:cNvSpPr>
            <p:nvPr/>
          </p:nvSpPr>
          <p:spPr>
            <a:xfrm>
              <a:off x="5082031" y="1677800"/>
              <a:ext cx="6707302" cy="17512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8EBE1C51-6826-DAA0-8FDA-1AEFD68D300F}"/>
                </a:ext>
              </a:extLst>
            </p:cNvPr>
            <p:cNvSpPr txBox="1"/>
            <p:nvPr/>
          </p:nvSpPr>
          <p:spPr>
            <a:xfrm>
              <a:off x="5162309" y="1677800"/>
              <a:ext cx="21323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/>
                <a:t>サーバ</a:t>
              </a:r>
              <a:r>
                <a:rPr lang="en-US" altLang="ja-JP" dirty="0"/>
                <a:t>(</a:t>
              </a:r>
              <a:r>
                <a:rPr lang="pt-BR" altLang="ja-JP" dirty="0"/>
                <a:t>130.81.1.2)</a:t>
              </a:r>
              <a:endParaRPr lang="en-US" altLang="ja-JP" dirty="0"/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44380E44-B415-D781-7763-60DD713D9502}"/>
                </a:ext>
              </a:extLst>
            </p:cNvPr>
            <p:cNvSpPr/>
            <p:nvPr/>
          </p:nvSpPr>
          <p:spPr>
            <a:xfrm>
              <a:off x="5197359" y="2010666"/>
              <a:ext cx="6501304" cy="1345276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0" name="直線コネクタ 29">
              <a:extLst>
                <a:ext uri="{FF2B5EF4-FFF2-40B4-BE49-F238E27FC236}">
                  <a16:creationId xmlns:a16="http://schemas.microsoft.com/office/drawing/2014/main" id="{D772E490-BB53-965F-9029-EF436513589B}"/>
                </a:ext>
              </a:extLst>
            </p:cNvPr>
            <p:cNvCxnSpPr>
              <a:cxnSpLocks/>
              <a:stCxn id="40" idx="3"/>
              <a:endCxn id="33" idx="1"/>
            </p:cNvCxnSpPr>
            <p:nvPr/>
          </p:nvCxnSpPr>
          <p:spPr>
            <a:xfrm>
              <a:off x="7217816" y="2686864"/>
              <a:ext cx="24342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0AB5C312-75AE-9195-229F-F3A8F0CCC705}"/>
                </a:ext>
              </a:extLst>
            </p:cNvPr>
            <p:cNvSpPr txBox="1"/>
            <p:nvPr/>
          </p:nvSpPr>
          <p:spPr>
            <a:xfrm>
              <a:off x="7771240" y="2688678"/>
              <a:ext cx="1124069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ja-JP" altLang="en-US" sz="1600" dirty="0"/>
                <a:t>ソフト</a:t>
              </a:r>
              <a:endParaRPr kumimoji="1" lang="ja-JP" altLang="en-US" sz="1600" dirty="0"/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14939E46-9408-343E-7738-097BD8CFA980}"/>
                </a:ext>
              </a:extLst>
            </p:cNvPr>
            <p:cNvSpPr/>
            <p:nvPr/>
          </p:nvSpPr>
          <p:spPr>
            <a:xfrm>
              <a:off x="7461239" y="2107280"/>
              <a:ext cx="1680375" cy="115916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E3A1B364-BC27-BB83-217A-0B78ED77888E}"/>
                </a:ext>
              </a:extLst>
            </p:cNvPr>
            <p:cNvSpPr txBox="1"/>
            <p:nvPr/>
          </p:nvSpPr>
          <p:spPr>
            <a:xfrm>
              <a:off x="7434913" y="2084716"/>
              <a:ext cx="78891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400" dirty="0"/>
                <a:t>pod</a:t>
              </a:r>
              <a:endParaRPr lang="ja-JP" altLang="en-US" sz="1400" dirty="0"/>
            </a:p>
          </p:txBody>
        </p: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26726715-4F4A-C6D5-822B-F255714F22A9}"/>
                </a:ext>
              </a:extLst>
            </p:cNvPr>
            <p:cNvSpPr/>
            <p:nvPr/>
          </p:nvSpPr>
          <p:spPr>
            <a:xfrm>
              <a:off x="7654438" y="2457072"/>
              <a:ext cx="1328647" cy="699509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21A08082-BD4B-7BE3-BD47-5A981CAF0C8C}"/>
                </a:ext>
              </a:extLst>
            </p:cNvPr>
            <p:cNvSpPr txBox="1"/>
            <p:nvPr/>
          </p:nvSpPr>
          <p:spPr>
            <a:xfrm>
              <a:off x="7654438" y="2448696"/>
              <a:ext cx="101730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400" dirty="0"/>
                <a:t>container</a:t>
              </a:r>
              <a:endParaRPr lang="ja-JP" altLang="en-US" sz="1400" dirty="0"/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C0F8151E-A827-5BC4-83E3-33D2D497176E}"/>
                </a:ext>
              </a:extLst>
            </p:cNvPr>
            <p:cNvSpPr txBox="1"/>
            <p:nvPr/>
          </p:nvSpPr>
          <p:spPr>
            <a:xfrm>
              <a:off x="6209540" y="2502198"/>
              <a:ext cx="1008276" cy="36933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service</a:t>
              </a:r>
              <a:endParaRPr kumimoji="1" lang="ja-JP" altLang="en-US" dirty="0"/>
            </a:p>
          </p:txBody>
        </p: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A6C92B9F-7A05-04DA-A18C-D0B5A54DBF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49284" y="2502198"/>
              <a:ext cx="2560256" cy="1846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92280453-4C63-D0E3-2EB4-7D96BAAA1D1F}"/>
                </a:ext>
              </a:extLst>
            </p:cNvPr>
            <p:cNvSpPr txBox="1"/>
            <p:nvPr/>
          </p:nvSpPr>
          <p:spPr>
            <a:xfrm>
              <a:off x="5197359" y="2047132"/>
              <a:ext cx="78891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400" dirty="0"/>
                <a:t>k3s</a:t>
              </a:r>
              <a:endParaRPr lang="ja-JP" altLang="en-US" sz="1400" dirty="0"/>
            </a:p>
          </p:txBody>
        </p:sp>
      </p:grp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AE7CD4F-F050-970C-BD1D-A20B6463ECE2}"/>
              </a:ext>
            </a:extLst>
          </p:cNvPr>
          <p:cNvSpPr>
            <a:spLocks/>
          </p:cNvSpPr>
          <p:nvPr/>
        </p:nvSpPr>
        <p:spPr>
          <a:xfrm>
            <a:off x="205774" y="3128408"/>
            <a:ext cx="11780451" cy="3442074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F928BF1-03D0-D827-9D26-04B9671A2C51}"/>
              </a:ext>
            </a:extLst>
          </p:cNvPr>
          <p:cNvSpPr>
            <a:spLocks/>
          </p:cNvSpPr>
          <p:nvPr/>
        </p:nvSpPr>
        <p:spPr>
          <a:xfrm>
            <a:off x="5082031" y="3243626"/>
            <a:ext cx="6707302" cy="17512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0F4BD41-21CA-2F98-FA21-1FE06141E6C0}"/>
              </a:ext>
            </a:extLst>
          </p:cNvPr>
          <p:cNvSpPr txBox="1"/>
          <p:nvPr/>
        </p:nvSpPr>
        <p:spPr>
          <a:xfrm>
            <a:off x="5162309" y="3243626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サーバ</a:t>
            </a:r>
            <a:r>
              <a:rPr lang="en-US" altLang="ja-JP" dirty="0"/>
              <a:t>(</a:t>
            </a:r>
            <a:r>
              <a:rPr lang="pt-BR" altLang="ja-JP" dirty="0"/>
              <a:t>130.81.1.2)</a:t>
            </a:r>
            <a:endParaRPr lang="en-US" altLang="ja-JP" dirty="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F8DDD92A-229C-9CCD-9959-E6298C7A774F}"/>
              </a:ext>
            </a:extLst>
          </p:cNvPr>
          <p:cNvSpPr/>
          <p:nvPr/>
        </p:nvSpPr>
        <p:spPr>
          <a:xfrm>
            <a:off x="5197359" y="3576492"/>
            <a:ext cx="6501304" cy="134527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5858C5BB-4D76-F2D0-C634-B35EAF1FF452}"/>
              </a:ext>
            </a:extLst>
          </p:cNvPr>
          <p:cNvCxnSpPr>
            <a:cxnSpLocks/>
            <a:stCxn id="43" idx="3"/>
            <a:endCxn id="31" idx="1"/>
          </p:cNvCxnSpPr>
          <p:nvPr/>
        </p:nvCxnSpPr>
        <p:spPr>
          <a:xfrm>
            <a:off x="3494461" y="5988078"/>
            <a:ext cx="2472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0FC63B09-D7D8-FD79-788C-888250D21E46}"/>
              </a:ext>
            </a:extLst>
          </p:cNvPr>
          <p:cNvSpPr/>
          <p:nvPr/>
        </p:nvSpPr>
        <p:spPr>
          <a:xfrm>
            <a:off x="3741683" y="5829880"/>
            <a:ext cx="1113121" cy="31639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3012D7D-3767-EADA-8B6A-A9C640F7A521}"/>
              </a:ext>
            </a:extLst>
          </p:cNvPr>
          <p:cNvSpPr txBox="1"/>
          <p:nvPr/>
        </p:nvSpPr>
        <p:spPr>
          <a:xfrm>
            <a:off x="3818670" y="5829880"/>
            <a:ext cx="788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pod</a:t>
            </a:r>
            <a:endParaRPr lang="ja-JP" altLang="en-US" sz="1400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0DD90C2-9935-F654-1758-BC1D829E5390}"/>
              </a:ext>
            </a:extLst>
          </p:cNvPr>
          <p:cNvSpPr txBox="1"/>
          <p:nvPr/>
        </p:nvSpPr>
        <p:spPr>
          <a:xfrm>
            <a:off x="2486185" y="5803412"/>
            <a:ext cx="1008276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service</a:t>
            </a:r>
            <a:endParaRPr kumimoji="1" lang="ja-JP" altLang="en-US" dirty="0"/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65F7F395-EDFE-30FB-DB21-061DCFED6F46}"/>
              </a:ext>
            </a:extLst>
          </p:cNvPr>
          <p:cNvCxnSpPr>
            <a:cxnSpLocks/>
          </p:cNvCxnSpPr>
          <p:nvPr/>
        </p:nvCxnSpPr>
        <p:spPr>
          <a:xfrm flipH="1" flipV="1">
            <a:off x="3649284" y="4068024"/>
            <a:ext cx="2560256" cy="1846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86009DE5-518F-4BAE-A6CD-68EE6F9987A5}"/>
              </a:ext>
            </a:extLst>
          </p:cNvPr>
          <p:cNvSpPr txBox="1"/>
          <p:nvPr/>
        </p:nvSpPr>
        <p:spPr>
          <a:xfrm>
            <a:off x="5197358" y="3612958"/>
            <a:ext cx="19010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k3s</a:t>
            </a:r>
            <a:r>
              <a:rPr lang="ja-JP" altLang="en-US" sz="1400" dirty="0"/>
              <a:t> （</a:t>
            </a:r>
            <a:r>
              <a:rPr lang="en-US" altLang="ja-JP" sz="1400" dirty="0"/>
              <a:t>master node)</a:t>
            </a:r>
            <a:endParaRPr lang="ja-JP" altLang="en-US" sz="1400" dirty="0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D929CD69-E2C3-4781-E054-035C2AE3D831}"/>
              </a:ext>
            </a:extLst>
          </p:cNvPr>
          <p:cNvSpPr>
            <a:spLocks/>
          </p:cNvSpPr>
          <p:nvPr/>
        </p:nvSpPr>
        <p:spPr>
          <a:xfrm>
            <a:off x="1728380" y="5192305"/>
            <a:ext cx="4587579" cy="114354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CAFFC748-6855-353B-2D71-617FE6E1B464}"/>
              </a:ext>
            </a:extLst>
          </p:cNvPr>
          <p:cNvSpPr>
            <a:spLocks/>
          </p:cNvSpPr>
          <p:nvPr/>
        </p:nvSpPr>
        <p:spPr>
          <a:xfrm>
            <a:off x="1805367" y="5359647"/>
            <a:ext cx="4404174" cy="9046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B249D26B-B262-6E38-611F-F4881D3B2B2C}"/>
              </a:ext>
            </a:extLst>
          </p:cNvPr>
          <p:cNvSpPr>
            <a:spLocks/>
          </p:cNvSpPr>
          <p:nvPr/>
        </p:nvSpPr>
        <p:spPr>
          <a:xfrm>
            <a:off x="6469659" y="5179491"/>
            <a:ext cx="5319674" cy="115635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19E1AAC4-AA29-3D9C-FEA7-08DE7952CEA2}"/>
              </a:ext>
            </a:extLst>
          </p:cNvPr>
          <p:cNvSpPr>
            <a:spLocks/>
          </p:cNvSpPr>
          <p:nvPr/>
        </p:nvSpPr>
        <p:spPr>
          <a:xfrm>
            <a:off x="6595753" y="5327692"/>
            <a:ext cx="5018069" cy="9046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10CD1E11-8932-1816-0FCA-61233BE0A5EC}"/>
              </a:ext>
            </a:extLst>
          </p:cNvPr>
          <p:cNvCxnSpPr>
            <a:cxnSpLocks/>
            <a:stCxn id="60" idx="3"/>
            <a:endCxn id="58" idx="1"/>
          </p:cNvCxnSpPr>
          <p:nvPr/>
        </p:nvCxnSpPr>
        <p:spPr>
          <a:xfrm>
            <a:off x="7899616" y="5861676"/>
            <a:ext cx="2472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29A674DC-77CF-E944-9467-3EA67BD32A3C}"/>
              </a:ext>
            </a:extLst>
          </p:cNvPr>
          <p:cNvSpPr/>
          <p:nvPr/>
        </p:nvSpPr>
        <p:spPr>
          <a:xfrm>
            <a:off x="8146838" y="5703478"/>
            <a:ext cx="1113121" cy="31639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0ACCA42A-0FA2-A692-1CD8-CBAA36325393}"/>
              </a:ext>
            </a:extLst>
          </p:cNvPr>
          <p:cNvSpPr txBox="1"/>
          <p:nvPr/>
        </p:nvSpPr>
        <p:spPr>
          <a:xfrm>
            <a:off x="8223825" y="5703478"/>
            <a:ext cx="788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pod</a:t>
            </a:r>
            <a:endParaRPr lang="ja-JP" altLang="en-US" sz="1400" dirty="0"/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3A0E9C50-3AA3-7F68-143C-645504C569F3}"/>
              </a:ext>
            </a:extLst>
          </p:cNvPr>
          <p:cNvSpPr txBox="1"/>
          <p:nvPr/>
        </p:nvSpPr>
        <p:spPr>
          <a:xfrm>
            <a:off x="6891340" y="5677010"/>
            <a:ext cx="1008276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service</a:t>
            </a:r>
            <a:endParaRPr kumimoji="1" lang="ja-JP" altLang="en-US" dirty="0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851D8C16-200F-4739-A6B3-6E6DDCA9AF62}"/>
              </a:ext>
            </a:extLst>
          </p:cNvPr>
          <p:cNvSpPr txBox="1"/>
          <p:nvPr/>
        </p:nvSpPr>
        <p:spPr>
          <a:xfrm>
            <a:off x="1917645" y="5384380"/>
            <a:ext cx="19010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k3s</a:t>
            </a:r>
            <a:r>
              <a:rPr lang="ja-JP" altLang="en-US" sz="1400" dirty="0"/>
              <a:t> （</a:t>
            </a:r>
            <a:r>
              <a:rPr lang="en-US" altLang="ja-JP" sz="1400" dirty="0"/>
              <a:t>agent node)</a:t>
            </a:r>
            <a:endParaRPr lang="ja-JP" altLang="en-US" sz="1400" dirty="0"/>
          </a:p>
        </p:txBody>
      </p: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2F107ECD-D4ED-311D-6A4B-469E7E6B3B12}"/>
              </a:ext>
            </a:extLst>
          </p:cNvPr>
          <p:cNvCxnSpPr>
            <a:cxnSpLocks/>
            <a:stCxn id="60" idx="0"/>
          </p:cNvCxnSpPr>
          <p:nvPr/>
        </p:nvCxnSpPr>
        <p:spPr>
          <a:xfrm flipH="1" flipV="1">
            <a:off x="6209540" y="4249130"/>
            <a:ext cx="1185938" cy="1427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E309BC0C-F348-5920-EC6C-B02B82E6C9D8}"/>
              </a:ext>
            </a:extLst>
          </p:cNvPr>
          <p:cNvSpPr txBox="1"/>
          <p:nvPr/>
        </p:nvSpPr>
        <p:spPr>
          <a:xfrm>
            <a:off x="6595753" y="5291100"/>
            <a:ext cx="19010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k3s</a:t>
            </a:r>
            <a:r>
              <a:rPr lang="ja-JP" altLang="en-US" sz="1400" dirty="0"/>
              <a:t> （</a:t>
            </a:r>
            <a:r>
              <a:rPr lang="en-US" altLang="ja-JP" sz="1400" dirty="0"/>
              <a:t>agent node)</a:t>
            </a:r>
            <a:endParaRPr lang="ja-JP" altLang="en-US" sz="1400" dirty="0"/>
          </a:p>
        </p:txBody>
      </p: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60D40179-B24E-7505-199F-3F0E6DDE69E3}"/>
              </a:ext>
            </a:extLst>
          </p:cNvPr>
          <p:cNvCxnSpPr>
            <a:cxnSpLocks/>
            <a:stCxn id="43" idx="0"/>
          </p:cNvCxnSpPr>
          <p:nvPr/>
        </p:nvCxnSpPr>
        <p:spPr>
          <a:xfrm flipV="1">
            <a:off x="2990323" y="4240511"/>
            <a:ext cx="3232114" cy="15629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2047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94273-4445-887A-82E3-FB195AF2E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54A7527-AE3E-D2B6-DDBE-91A7973B3CA7}"/>
              </a:ext>
            </a:extLst>
          </p:cNvPr>
          <p:cNvSpPr>
            <a:spLocks/>
          </p:cNvSpPr>
          <p:nvPr/>
        </p:nvSpPr>
        <p:spPr>
          <a:xfrm>
            <a:off x="205774" y="1562583"/>
            <a:ext cx="11780451" cy="2177763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6294811-447C-F6E7-E36E-E4876B65DF08}"/>
              </a:ext>
            </a:extLst>
          </p:cNvPr>
          <p:cNvSpPr>
            <a:spLocks/>
          </p:cNvSpPr>
          <p:nvPr/>
        </p:nvSpPr>
        <p:spPr>
          <a:xfrm>
            <a:off x="5082031" y="1677800"/>
            <a:ext cx="6707302" cy="194098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D9A81B6-F5D0-B2B8-111F-48A09E7FA387}"/>
              </a:ext>
            </a:extLst>
          </p:cNvPr>
          <p:cNvSpPr txBox="1"/>
          <p:nvPr/>
        </p:nvSpPr>
        <p:spPr>
          <a:xfrm>
            <a:off x="5162309" y="1677800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サーバ</a:t>
            </a:r>
            <a:r>
              <a:rPr lang="en-US" altLang="ja-JP" dirty="0"/>
              <a:t>(</a:t>
            </a:r>
            <a:r>
              <a:rPr lang="pt-BR" altLang="ja-JP" dirty="0"/>
              <a:t>130.81.1.2)</a:t>
            </a:r>
            <a:endParaRPr lang="en-US" altLang="ja-JP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AEC9CA5-D94E-B43B-7888-539CA3AFB791}"/>
              </a:ext>
            </a:extLst>
          </p:cNvPr>
          <p:cNvSpPr>
            <a:spLocks/>
          </p:cNvSpPr>
          <p:nvPr/>
        </p:nvSpPr>
        <p:spPr>
          <a:xfrm>
            <a:off x="333254" y="1677802"/>
            <a:ext cx="2774350" cy="194098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BEBF297-CD75-D564-DD60-BE94EE19E00A}"/>
              </a:ext>
            </a:extLst>
          </p:cNvPr>
          <p:cNvSpPr txBox="1"/>
          <p:nvPr/>
        </p:nvSpPr>
        <p:spPr>
          <a:xfrm>
            <a:off x="402667" y="177440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クライアント</a:t>
            </a:r>
            <a:endParaRPr lang="en-US" altLang="ja-JP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C00D2BD-7852-861E-15ED-5F02A2BC62E1}"/>
              </a:ext>
            </a:extLst>
          </p:cNvPr>
          <p:cNvSpPr/>
          <p:nvPr/>
        </p:nvSpPr>
        <p:spPr>
          <a:xfrm>
            <a:off x="5197359" y="2010666"/>
            <a:ext cx="6501304" cy="141833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16F347-8EC1-EC51-325F-12D8C83ED761}"/>
              </a:ext>
            </a:extLst>
          </p:cNvPr>
          <p:cNvSpPr txBox="1"/>
          <p:nvPr/>
        </p:nvSpPr>
        <p:spPr>
          <a:xfrm>
            <a:off x="1426328" y="2513742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64CCD639-F60E-95BE-8F10-AB7CE44F91DD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848412" y="2883074"/>
            <a:ext cx="912350" cy="1091853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F3E14C3-21C4-8831-6C1B-2B59B65E590C}"/>
              </a:ext>
            </a:extLst>
          </p:cNvPr>
          <p:cNvSpPr txBox="1"/>
          <p:nvPr/>
        </p:nvSpPr>
        <p:spPr>
          <a:xfrm>
            <a:off x="371766" y="3954315"/>
            <a:ext cx="43379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ja-JP" sz="1400" dirty="0"/>
              <a:t>python3 src/client.py 130.81.1.2 22 2222 t-ando</a:t>
            </a:r>
            <a:endParaRPr lang="ja-JP" altLang="en-US" sz="14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AE39B07-08E9-553A-09E3-5E7A593E40BD}"/>
              </a:ext>
            </a:extLst>
          </p:cNvPr>
          <p:cNvSpPr txBox="1"/>
          <p:nvPr/>
        </p:nvSpPr>
        <p:spPr>
          <a:xfrm>
            <a:off x="1841822" y="2776208"/>
            <a:ext cx="2024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echo-subsystem</a:t>
            </a:r>
            <a:endParaRPr lang="ja-JP" altLang="en-US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D7B7B47C-D57C-5A5F-B3FA-D64C1EEA0A0C}"/>
              </a:ext>
            </a:extLst>
          </p:cNvPr>
          <p:cNvCxnSpPr>
            <a:cxnSpLocks/>
          </p:cNvCxnSpPr>
          <p:nvPr/>
        </p:nvCxnSpPr>
        <p:spPr>
          <a:xfrm>
            <a:off x="2095195" y="2698408"/>
            <a:ext cx="40390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0839521-7DD6-AE3B-5CFB-F880F2682E32}"/>
              </a:ext>
            </a:extLst>
          </p:cNvPr>
          <p:cNvSpPr txBox="1"/>
          <p:nvPr/>
        </p:nvSpPr>
        <p:spPr>
          <a:xfrm>
            <a:off x="4452396" y="233962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22</a:t>
            </a:r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C4F9A1D-DC5B-A01E-FB65-F2DDE4200EAC}"/>
              </a:ext>
            </a:extLst>
          </p:cNvPr>
          <p:cNvSpPr txBox="1"/>
          <p:nvPr/>
        </p:nvSpPr>
        <p:spPr>
          <a:xfrm>
            <a:off x="6134281" y="2525535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1E08CC8D-592E-BC4B-DEDC-ED11EEE0A314}"/>
              </a:ext>
            </a:extLst>
          </p:cNvPr>
          <p:cNvCxnSpPr>
            <a:cxnSpLocks/>
          </p:cNvCxnSpPr>
          <p:nvPr/>
        </p:nvCxnSpPr>
        <p:spPr>
          <a:xfrm flipH="1">
            <a:off x="8190962" y="2950445"/>
            <a:ext cx="1901786" cy="934542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F5BF095-D7BD-F114-32EA-21F2C641D581}"/>
              </a:ext>
            </a:extLst>
          </p:cNvPr>
          <p:cNvSpPr txBox="1"/>
          <p:nvPr/>
        </p:nvSpPr>
        <p:spPr>
          <a:xfrm>
            <a:off x="7985664" y="3836828"/>
            <a:ext cx="28786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python3 server.py 2222</a:t>
            </a:r>
            <a:endParaRPr lang="ja-JP" altLang="en-US" sz="14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E1D4215A-8FEA-6346-EB6F-BE7D265B37D7}"/>
              </a:ext>
            </a:extLst>
          </p:cNvPr>
          <p:cNvSpPr txBox="1"/>
          <p:nvPr/>
        </p:nvSpPr>
        <p:spPr>
          <a:xfrm>
            <a:off x="5011570" y="2869880"/>
            <a:ext cx="2764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echo-subsystem </a:t>
            </a:r>
            <a:r>
              <a:rPr lang="ja-JP" altLang="en-US" dirty="0"/>
              <a:t>なら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1C9AD4EE-FA84-309D-5D67-D6DFE914ADF0}"/>
              </a:ext>
            </a:extLst>
          </p:cNvPr>
          <p:cNvSpPr txBox="1"/>
          <p:nvPr/>
        </p:nvSpPr>
        <p:spPr>
          <a:xfrm>
            <a:off x="5612501" y="3132791"/>
            <a:ext cx="54520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/>
              <a:t>k3s-8080-service.default.svc.cluster.local:2222</a:t>
            </a:r>
            <a:endParaRPr lang="ja-JP" altLang="en-US" sz="1200" dirty="0"/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9968B76C-F182-2271-C7D1-D611BB161DB6}"/>
              </a:ext>
            </a:extLst>
          </p:cNvPr>
          <p:cNvCxnSpPr>
            <a:cxnSpLocks/>
            <a:stCxn id="40" idx="3"/>
            <a:endCxn id="33" idx="1"/>
          </p:cNvCxnSpPr>
          <p:nvPr/>
        </p:nvCxnSpPr>
        <p:spPr>
          <a:xfrm>
            <a:off x="9078125" y="2658035"/>
            <a:ext cx="2434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9D39C34C-39AA-EE31-A54A-748A0B2C1FDF}"/>
              </a:ext>
            </a:extLst>
          </p:cNvPr>
          <p:cNvSpPr txBox="1"/>
          <p:nvPr/>
        </p:nvSpPr>
        <p:spPr>
          <a:xfrm>
            <a:off x="9631549" y="2659849"/>
            <a:ext cx="112406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SSH</a:t>
            </a:r>
            <a:endParaRPr kumimoji="1" lang="ja-JP" altLang="en-US" sz="1600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46975E25-4068-AEBC-2262-04FE2AA99EA4}"/>
              </a:ext>
            </a:extLst>
          </p:cNvPr>
          <p:cNvSpPr/>
          <p:nvPr/>
        </p:nvSpPr>
        <p:spPr>
          <a:xfrm>
            <a:off x="9321548" y="2078451"/>
            <a:ext cx="1680375" cy="115916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4093BF4F-C4A1-3AAD-5AC6-57EA9AA55E2A}"/>
              </a:ext>
            </a:extLst>
          </p:cNvPr>
          <p:cNvSpPr txBox="1"/>
          <p:nvPr/>
        </p:nvSpPr>
        <p:spPr>
          <a:xfrm>
            <a:off x="7985664" y="2833565"/>
            <a:ext cx="11996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 err="1"/>
              <a:t>ClusterIP</a:t>
            </a:r>
            <a:endParaRPr lang="en-US" altLang="ja-JP" sz="14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3D57C2B0-0FB0-077A-1F69-D09B90BB9628}"/>
              </a:ext>
            </a:extLst>
          </p:cNvPr>
          <p:cNvSpPr txBox="1"/>
          <p:nvPr/>
        </p:nvSpPr>
        <p:spPr>
          <a:xfrm>
            <a:off x="9295222" y="2055887"/>
            <a:ext cx="788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pod</a:t>
            </a:r>
            <a:endParaRPr lang="ja-JP" altLang="en-US" sz="1400" dirty="0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EFECBD2B-FEC5-7F64-A251-D85290B7EFD8}"/>
              </a:ext>
            </a:extLst>
          </p:cNvPr>
          <p:cNvSpPr/>
          <p:nvPr/>
        </p:nvSpPr>
        <p:spPr>
          <a:xfrm>
            <a:off x="9514747" y="2428243"/>
            <a:ext cx="1328647" cy="69950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37ED2AF3-79F1-3317-E3D6-3D86BB6BE8E7}"/>
              </a:ext>
            </a:extLst>
          </p:cNvPr>
          <p:cNvSpPr txBox="1"/>
          <p:nvPr/>
        </p:nvSpPr>
        <p:spPr>
          <a:xfrm>
            <a:off x="9514747" y="2419867"/>
            <a:ext cx="1017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container</a:t>
            </a:r>
            <a:endParaRPr lang="ja-JP" altLang="en-US" sz="1400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486EC632-49EE-6F74-44BA-316E14830D44}"/>
              </a:ext>
            </a:extLst>
          </p:cNvPr>
          <p:cNvSpPr txBox="1"/>
          <p:nvPr/>
        </p:nvSpPr>
        <p:spPr>
          <a:xfrm>
            <a:off x="8069849" y="2473369"/>
            <a:ext cx="1008276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service</a:t>
            </a:r>
            <a:endParaRPr kumimoji="1" lang="ja-JP" altLang="en-US" dirty="0"/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F52FDF99-654D-1EC3-B6DF-BB243D5AB186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6803148" y="2658034"/>
            <a:ext cx="1266701" cy="521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0C29B3EB-A57A-6CC8-9539-B62D24EF8A56}"/>
              </a:ext>
            </a:extLst>
          </p:cNvPr>
          <p:cNvSpPr txBox="1"/>
          <p:nvPr/>
        </p:nvSpPr>
        <p:spPr>
          <a:xfrm>
            <a:off x="5242732" y="2035339"/>
            <a:ext cx="681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k3s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3041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5A6DB-F375-DCF2-15EB-3CE7D192B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E38443C-8C9D-C13E-DEE7-0D2260D77F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5774" y="1562582"/>
            <a:ext cx="11780451" cy="4191245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498C4FA-54C0-5321-B766-E31DDA5CB8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82031" y="1677800"/>
            <a:ext cx="6707302" cy="398969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AE1FD69-35B3-B057-9F07-33B20FFE172E}"/>
              </a:ext>
            </a:extLst>
          </p:cNvPr>
          <p:cNvSpPr txBox="1"/>
          <p:nvPr/>
        </p:nvSpPr>
        <p:spPr>
          <a:xfrm>
            <a:off x="5162309" y="1677800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サーバ</a:t>
            </a:r>
            <a:r>
              <a:rPr lang="en-US" altLang="ja-JP" dirty="0"/>
              <a:t>(</a:t>
            </a:r>
            <a:r>
              <a:rPr lang="pt-BR" altLang="ja-JP" dirty="0"/>
              <a:t>130.81.1.2)</a:t>
            </a:r>
            <a:endParaRPr lang="en-US" altLang="ja-JP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BFF5DB1-8A59-9C8D-AF01-DC0E5E11ED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3254" y="1677801"/>
            <a:ext cx="2774350" cy="398969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7CD2B24-2CA8-BB19-6A9E-8F200759EE1B}"/>
              </a:ext>
            </a:extLst>
          </p:cNvPr>
          <p:cNvSpPr txBox="1"/>
          <p:nvPr/>
        </p:nvSpPr>
        <p:spPr>
          <a:xfrm>
            <a:off x="992845" y="3573022"/>
            <a:ext cx="118740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Chrome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32F60A7-FCD1-034F-0FC5-D68EF16532F6}"/>
              </a:ext>
            </a:extLst>
          </p:cNvPr>
          <p:cNvSpPr txBox="1"/>
          <p:nvPr/>
        </p:nvSpPr>
        <p:spPr>
          <a:xfrm>
            <a:off x="402667" y="177440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クライアント</a:t>
            </a:r>
            <a:endParaRPr lang="en-US" altLang="ja-JP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8B65EE0-B050-3B0E-A1E6-3C21CA81BFD0}"/>
              </a:ext>
            </a:extLst>
          </p:cNvPr>
          <p:cNvSpPr txBox="1"/>
          <p:nvPr/>
        </p:nvSpPr>
        <p:spPr>
          <a:xfrm>
            <a:off x="1127358" y="3917922"/>
            <a:ext cx="39114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hlinkClick r:id="rId2"/>
              </a:rPr>
              <a:t>https://130.81.1.2:8082/abc/</a:t>
            </a:r>
            <a:endParaRPr lang="en-US" altLang="ja-JP" dirty="0"/>
          </a:p>
          <a:p>
            <a:r>
              <a:rPr lang="en-US" altLang="ja-JP" dirty="0">
                <a:hlinkClick r:id="rId3"/>
              </a:rPr>
              <a:t>https://130.81.1.2:8082/efg/</a:t>
            </a:r>
            <a:endParaRPr lang="en-US" altLang="ja-JP" dirty="0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3CB1C6FD-3DF8-4A3E-3589-951DAB2F0119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180248" y="3757688"/>
            <a:ext cx="31592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F18A249-8BE6-93C4-7EF9-748E0E492134}"/>
              </a:ext>
            </a:extLst>
          </p:cNvPr>
          <p:cNvCxnSpPr>
            <a:cxnSpLocks/>
            <a:stCxn id="70" idx="2"/>
          </p:cNvCxnSpPr>
          <p:nvPr/>
        </p:nvCxnSpPr>
        <p:spPr>
          <a:xfrm flipH="1">
            <a:off x="9125281" y="4740587"/>
            <a:ext cx="1619597" cy="1615915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828998D-9100-B1B1-8D29-B12ECA572B3C}"/>
              </a:ext>
            </a:extLst>
          </p:cNvPr>
          <p:cNvSpPr txBox="1"/>
          <p:nvPr/>
        </p:nvSpPr>
        <p:spPr>
          <a:xfrm>
            <a:off x="8740591" y="5920637"/>
            <a:ext cx="28786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python3 server_fast.py 8080 </a:t>
            </a:r>
            <a:r>
              <a:rPr lang="en-US" altLang="ja-JP" sz="1400" dirty="0" err="1"/>
              <a:t>abc</a:t>
            </a:r>
            <a:endParaRPr lang="ja-JP" altLang="en-US" sz="1400" dirty="0"/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699A1C0E-FA89-3425-CDF0-1AF199673E07}"/>
              </a:ext>
            </a:extLst>
          </p:cNvPr>
          <p:cNvCxnSpPr>
            <a:cxnSpLocks/>
            <a:stCxn id="62" idx="2"/>
          </p:cNvCxnSpPr>
          <p:nvPr/>
        </p:nvCxnSpPr>
        <p:spPr>
          <a:xfrm flipH="1">
            <a:off x="9053990" y="3034489"/>
            <a:ext cx="1700817" cy="290400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E62AB0B-04CE-A92A-C9D9-E5AE7CA806C1}"/>
              </a:ext>
            </a:extLst>
          </p:cNvPr>
          <p:cNvSpPr txBox="1"/>
          <p:nvPr/>
        </p:nvSpPr>
        <p:spPr>
          <a:xfrm>
            <a:off x="8740591" y="6255856"/>
            <a:ext cx="28786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python3 server_fast.py 8081 </a:t>
            </a:r>
            <a:r>
              <a:rPr lang="en-US" altLang="ja-JP" sz="1400" dirty="0" err="1"/>
              <a:t>efg</a:t>
            </a:r>
            <a:endParaRPr lang="ja-JP" altLang="en-US" sz="1400" dirty="0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354C95E8-8B01-5660-C4E0-694DDB8E42B1}"/>
              </a:ext>
            </a:extLst>
          </p:cNvPr>
          <p:cNvCxnSpPr>
            <a:cxnSpLocks/>
            <a:stCxn id="48" idx="3"/>
            <a:endCxn id="41" idx="1"/>
          </p:cNvCxnSpPr>
          <p:nvPr/>
        </p:nvCxnSpPr>
        <p:spPr>
          <a:xfrm>
            <a:off x="6358673" y="3720412"/>
            <a:ext cx="2434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9E1FF39F-7CFA-45FC-06B8-64199D9327C4}"/>
              </a:ext>
            </a:extLst>
          </p:cNvPr>
          <p:cNvSpPr txBox="1"/>
          <p:nvPr/>
        </p:nvSpPr>
        <p:spPr>
          <a:xfrm>
            <a:off x="3594898" y="3148634"/>
            <a:ext cx="2887778" cy="3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hlinkClick r:id="rId4"/>
              </a:rPr>
              <a:t>http://130.81.1.2:8082/</a:t>
            </a:r>
            <a:endParaRPr lang="en-US" altLang="ja-JP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4985D02-2CCA-469B-94C1-399E903D74AC}"/>
              </a:ext>
            </a:extLst>
          </p:cNvPr>
          <p:cNvSpPr txBox="1"/>
          <p:nvPr/>
        </p:nvSpPr>
        <p:spPr>
          <a:xfrm>
            <a:off x="5523792" y="2237399"/>
            <a:ext cx="44829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/>
              <a:t>https://k3s-8080-service.default.svc.cluster.local:8080/abc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6036B16-D948-6C78-76A1-2A4FBBDCEA29}"/>
              </a:ext>
            </a:extLst>
          </p:cNvPr>
          <p:cNvSpPr/>
          <p:nvPr/>
        </p:nvSpPr>
        <p:spPr>
          <a:xfrm>
            <a:off x="5197359" y="2010666"/>
            <a:ext cx="6501304" cy="351624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D9946A1F-8C01-EA65-DAD5-89C332DFB515}"/>
              </a:ext>
            </a:extLst>
          </p:cNvPr>
          <p:cNvSpPr txBox="1"/>
          <p:nvPr/>
        </p:nvSpPr>
        <p:spPr>
          <a:xfrm>
            <a:off x="6931957" y="3741321"/>
            <a:ext cx="985170" cy="375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neginx</a:t>
            </a:r>
            <a:endParaRPr kumimoji="1" lang="ja-JP" altLang="en-US" dirty="0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06AE424B-D15A-E77C-A57B-131026CE99B8}"/>
              </a:ext>
            </a:extLst>
          </p:cNvPr>
          <p:cNvSpPr/>
          <p:nvPr/>
        </p:nvSpPr>
        <p:spPr>
          <a:xfrm>
            <a:off x="6602096" y="3140828"/>
            <a:ext cx="1680375" cy="115916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958C1065-3D9D-C7C8-E2C3-7A4FE830976E}"/>
              </a:ext>
            </a:extLst>
          </p:cNvPr>
          <p:cNvSpPr txBox="1"/>
          <p:nvPr/>
        </p:nvSpPr>
        <p:spPr>
          <a:xfrm>
            <a:off x="5207089" y="3905078"/>
            <a:ext cx="1442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Load Balancer</a:t>
            </a:r>
            <a:endParaRPr lang="ja-JP" altLang="en-US" sz="1400" dirty="0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91BD9A9E-9458-4BEA-06DE-66B3DFFF2C30}"/>
              </a:ext>
            </a:extLst>
          </p:cNvPr>
          <p:cNvSpPr txBox="1"/>
          <p:nvPr/>
        </p:nvSpPr>
        <p:spPr>
          <a:xfrm>
            <a:off x="6575770" y="3118264"/>
            <a:ext cx="788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pod</a:t>
            </a:r>
            <a:endParaRPr lang="ja-JP" altLang="en-US" sz="1400" dirty="0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63A31CA7-D9D4-BD8B-2395-B9B65A6F3966}"/>
              </a:ext>
            </a:extLst>
          </p:cNvPr>
          <p:cNvSpPr/>
          <p:nvPr/>
        </p:nvSpPr>
        <p:spPr>
          <a:xfrm>
            <a:off x="6795295" y="3490620"/>
            <a:ext cx="1328647" cy="69950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0E5FB9E4-0D7A-B8C0-70DD-0CEB6F2A74CD}"/>
              </a:ext>
            </a:extLst>
          </p:cNvPr>
          <p:cNvSpPr txBox="1"/>
          <p:nvPr/>
        </p:nvSpPr>
        <p:spPr>
          <a:xfrm>
            <a:off x="6795295" y="3482244"/>
            <a:ext cx="1017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container</a:t>
            </a:r>
            <a:endParaRPr lang="ja-JP" altLang="en-US" sz="1400" dirty="0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CE05309A-EC43-CB4B-4AD6-875BA71F7627}"/>
              </a:ext>
            </a:extLst>
          </p:cNvPr>
          <p:cNvSpPr txBox="1"/>
          <p:nvPr/>
        </p:nvSpPr>
        <p:spPr>
          <a:xfrm>
            <a:off x="5350397" y="3535746"/>
            <a:ext cx="1008276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service</a:t>
            </a:r>
            <a:endParaRPr kumimoji="1" lang="ja-JP" altLang="en-US" dirty="0"/>
          </a:p>
        </p:txBody>
      </p: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9DC22323-A966-C1B7-54E8-05B4607D6693}"/>
              </a:ext>
            </a:extLst>
          </p:cNvPr>
          <p:cNvCxnSpPr>
            <a:cxnSpLocks/>
            <a:stCxn id="68" idx="3"/>
            <a:endCxn id="63" idx="1"/>
          </p:cNvCxnSpPr>
          <p:nvPr/>
        </p:nvCxnSpPr>
        <p:spPr>
          <a:xfrm>
            <a:off x="9629419" y="2675026"/>
            <a:ext cx="2434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FBEAD7E6-1110-2D80-63BC-63A5791E6076}"/>
              </a:ext>
            </a:extLst>
          </p:cNvPr>
          <p:cNvSpPr txBox="1"/>
          <p:nvPr/>
        </p:nvSpPr>
        <p:spPr>
          <a:xfrm>
            <a:off x="10202702" y="2695935"/>
            <a:ext cx="110420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600" dirty="0" err="1"/>
              <a:t>FastAPI</a:t>
            </a:r>
            <a:endParaRPr kumimoji="1" lang="ja-JP" altLang="en-US" sz="1600" dirty="0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CFFE10EA-7FCA-5CEB-9321-82634FA4988E}"/>
              </a:ext>
            </a:extLst>
          </p:cNvPr>
          <p:cNvSpPr/>
          <p:nvPr/>
        </p:nvSpPr>
        <p:spPr>
          <a:xfrm>
            <a:off x="9872842" y="2095442"/>
            <a:ext cx="1680375" cy="115916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52D098B0-5C65-544B-4F5B-27B11475DC21}"/>
              </a:ext>
            </a:extLst>
          </p:cNvPr>
          <p:cNvSpPr txBox="1"/>
          <p:nvPr/>
        </p:nvSpPr>
        <p:spPr>
          <a:xfrm>
            <a:off x="8536958" y="2850556"/>
            <a:ext cx="11996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 err="1"/>
              <a:t>ClusterIP</a:t>
            </a:r>
            <a:endParaRPr lang="en-US" altLang="ja-JP" sz="1400" dirty="0"/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EF4F3AA1-8879-23DB-410F-B850365B5B85}"/>
              </a:ext>
            </a:extLst>
          </p:cNvPr>
          <p:cNvSpPr txBox="1"/>
          <p:nvPr/>
        </p:nvSpPr>
        <p:spPr>
          <a:xfrm>
            <a:off x="9846516" y="2072878"/>
            <a:ext cx="788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pod</a:t>
            </a:r>
            <a:endParaRPr lang="ja-JP" altLang="en-US" sz="1400" dirty="0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E7B8A134-B984-D33B-C2E5-AD1ED3146C52}"/>
              </a:ext>
            </a:extLst>
          </p:cNvPr>
          <p:cNvSpPr/>
          <p:nvPr/>
        </p:nvSpPr>
        <p:spPr>
          <a:xfrm>
            <a:off x="10066041" y="2445234"/>
            <a:ext cx="1328647" cy="69950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883D5957-FA03-798A-37BA-DC0452066428}"/>
              </a:ext>
            </a:extLst>
          </p:cNvPr>
          <p:cNvSpPr txBox="1"/>
          <p:nvPr/>
        </p:nvSpPr>
        <p:spPr>
          <a:xfrm>
            <a:off x="10066041" y="2436858"/>
            <a:ext cx="1017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container</a:t>
            </a:r>
            <a:endParaRPr lang="ja-JP" altLang="en-US" sz="1400" dirty="0"/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427589BD-4763-D2A0-C84E-6A24B4FD6A03}"/>
              </a:ext>
            </a:extLst>
          </p:cNvPr>
          <p:cNvSpPr txBox="1"/>
          <p:nvPr/>
        </p:nvSpPr>
        <p:spPr>
          <a:xfrm>
            <a:off x="8621143" y="2490360"/>
            <a:ext cx="1008276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service</a:t>
            </a:r>
            <a:endParaRPr kumimoji="1" lang="ja-JP" altLang="en-US" dirty="0"/>
          </a:p>
        </p:txBody>
      </p: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AE11F2A1-26CC-A4C5-606A-24E4066E5586}"/>
              </a:ext>
            </a:extLst>
          </p:cNvPr>
          <p:cNvCxnSpPr>
            <a:cxnSpLocks/>
            <a:stCxn id="76" idx="3"/>
            <a:endCxn id="71" idx="1"/>
          </p:cNvCxnSpPr>
          <p:nvPr/>
        </p:nvCxnSpPr>
        <p:spPr>
          <a:xfrm>
            <a:off x="9629419" y="4400219"/>
            <a:ext cx="2434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24E216BA-1244-CE68-9790-461B0FC07428}"/>
              </a:ext>
            </a:extLst>
          </p:cNvPr>
          <p:cNvSpPr txBox="1"/>
          <p:nvPr/>
        </p:nvSpPr>
        <p:spPr>
          <a:xfrm>
            <a:off x="10182843" y="4402033"/>
            <a:ext cx="112406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Fast API</a:t>
            </a:r>
            <a:endParaRPr kumimoji="1" lang="ja-JP" altLang="en-US" sz="1600" dirty="0"/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412E7CCE-5D16-6DBD-EB8C-3F4223FAA7FE}"/>
              </a:ext>
            </a:extLst>
          </p:cNvPr>
          <p:cNvSpPr/>
          <p:nvPr/>
        </p:nvSpPr>
        <p:spPr>
          <a:xfrm>
            <a:off x="9872842" y="3820635"/>
            <a:ext cx="1680375" cy="115916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41B19F13-D930-EDF9-5513-8B274B340E47}"/>
              </a:ext>
            </a:extLst>
          </p:cNvPr>
          <p:cNvSpPr txBox="1"/>
          <p:nvPr/>
        </p:nvSpPr>
        <p:spPr>
          <a:xfrm>
            <a:off x="8536958" y="4575749"/>
            <a:ext cx="11996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 err="1"/>
              <a:t>ClusterIP</a:t>
            </a:r>
            <a:endParaRPr lang="en-US" altLang="ja-JP" sz="1400" dirty="0"/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4D3384F7-504E-57A3-6336-E6FB206A8698}"/>
              </a:ext>
            </a:extLst>
          </p:cNvPr>
          <p:cNvSpPr txBox="1"/>
          <p:nvPr/>
        </p:nvSpPr>
        <p:spPr>
          <a:xfrm>
            <a:off x="9846516" y="3798071"/>
            <a:ext cx="788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pod</a:t>
            </a:r>
            <a:endParaRPr lang="ja-JP" altLang="en-US" sz="1400" dirty="0"/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D47E976F-1F87-82E8-42FA-A27EAEB703C4}"/>
              </a:ext>
            </a:extLst>
          </p:cNvPr>
          <p:cNvSpPr/>
          <p:nvPr/>
        </p:nvSpPr>
        <p:spPr>
          <a:xfrm>
            <a:off x="10066041" y="4170427"/>
            <a:ext cx="1328647" cy="69950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F787413A-9970-ADFD-806D-B9B27EEC0649}"/>
              </a:ext>
            </a:extLst>
          </p:cNvPr>
          <p:cNvSpPr txBox="1"/>
          <p:nvPr/>
        </p:nvSpPr>
        <p:spPr>
          <a:xfrm>
            <a:off x="10066041" y="4162051"/>
            <a:ext cx="1017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container</a:t>
            </a:r>
            <a:endParaRPr lang="ja-JP" altLang="en-US" sz="1400" dirty="0"/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56369DDE-7B91-3445-92DE-2D441A4D5875}"/>
              </a:ext>
            </a:extLst>
          </p:cNvPr>
          <p:cNvSpPr txBox="1"/>
          <p:nvPr/>
        </p:nvSpPr>
        <p:spPr>
          <a:xfrm>
            <a:off x="8621143" y="4215553"/>
            <a:ext cx="1008276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service</a:t>
            </a:r>
            <a:endParaRPr kumimoji="1" lang="ja-JP" altLang="en-US" dirty="0"/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08EFBA1C-3224-9420-A79A-B55B64B4C381}"/>
              </a:ext>
            </a:extLst>
          </p:cNvPr>
          <p:cNvSpPr txBox="1"/>
          <p:nvPr/>
        </p:nvSpPr>
        <p:spPr>
          <a:xfrm>
            <a:off x="5437112" y="4837858"/>
            <a:ext cx="46948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/>
              <a:t>https://k3s-8081-service.default.svc.cluster.local:8081/efg</a:t>
            </a:r>
          </a:p>
        </p:txBody>
      </p: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BC4B7ADE-7029-8A4A-6187-018208CE677E}"/>
              </a:ext>
            </a:extLst>
          </p:cNvPr>
          <p:cNvCxnSpPr>
            <a:cxnSpLocks/>
            <a:endCxn id="41" idx="3"/>
          </p:cNvCxnSpPr>
          <p:nvPr/>
        </p:nvCxnSpPr>
        <p:spPr>
          <a:xfrm flipH="1" flipV="1">
            <a:off x="8282471" y="3720412"/>
            <a:ext cx="338672" cy="6798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A88D6DA3-373C-50CB-01F6-78DACE935348}"/>
              </a:ext>
            </a:extLst>
          </p:cNvPr>
          <p:cNvCxnSpPr>
            <a:cxnSpLocks/>
            <a:stCxn id="68" idx="1"/>
            <a:endCxn id="41" idx="3"/>
          </p:cNvCxnSpPr>
          <p:nvPr/>
        </p:nvCxnSpPr>
        <p:spPr>
          <a:xfrm flipH="1">
            <a:off x="8282471" y="2675026"/>
            <a:ext cx="338672" cy="10453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454815EE-3994-D3DA-E7CC-6A988DFD3C98}"/>
              </a:ext>
            </a:extLst>
          </p:cNvPr>
          <p:cNvSpPr txBox="1"/>
          <p:nvPr/>
        </p:nvSpPr>
        <p:spPr>
          <a:xfrm>
            <a:off x="5160067" y="1998236"/>
            <a:ext cx="681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k3s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30241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31F8-F697-7D01-9327-DD796EE38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E2B64B7-C67D-BBDF-E39B-C546AEFFDD6E}"/>
              </a:ext>
            </a:extLst>
          </p:cNvPr>
          <p:cNvSpPr>
            <a:spLocks/>
          </p:cNvSpPr>
          <p:nvPr/>
        </p:nvSpPr>
        <p:spPr>
          <a:xfrm>
            <a:off x="5094360" y="494763"/>
            <a:ext cx="6707302" cy="492355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46190D4-92BC-855D-84D9-08BF0A51B5E4}"/>
              </a:ext>
            </a:extLst>
          </p:cNvPr>
          <p:cNvSpPr>
            <a:spLocks/>
          </p:cNvSpPr>
          <p:nvPr/>
        </p:nvSpPr>
        <p:spPr>
          <a:xfrm>
            <a:off x="205774" y="405353"/>
            <a:ext cx="11780451" cy="510135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44944D5-5468-A5CD-67A4-F8C23C8CA7BE}"/>
              </a:ext>
            </a:extLst>
          </p:cNvPr>
          <p:cNvSpPr>
            <a:spLocks/>
          </p:cNvSpPr>
          <p:nvPr/>
        </p:nvSpPr>
        <p:spPr>
          <a:xfrm>
            <a:off x="332936" y="859037"/>
            <a:ext cx="2774350" cy="4559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3FAFEF3-2DF8-EBA5-EE24-5411B6C3B3F3}"/>
              </a:ext>
            </a:extLst>
          </p:cNvPr>
          <p:cNvSpPr txBox="1">
            <a:spLocks/>
          </p:cNvSpPr>
          <p:nvPr/>
        </p:nvSpPr>
        <p:spPr>
          <a:xfrm>
            <a:off x="992845" y="3573022"/>
            <a:ext cx="118740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Chrome</a:t>
            </a:r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59997A9-2C09-5D54-ABB2-A3EF2B439267}"/>
              </a:ext>
            </a:extLst>
          </p:cNvPr>
          <p:cNvSpPr txBox="1">
            <a:spLocks/>
          </p:cNvSpPr>
          <p:nvPr/>
        </p:nvSpPr>
        <p:spPr>
          <a:xfrm>
            <a:off x="1127358" y="3917922"/>
            <a:ext cx="39114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hlinkClick r:id="rId2"/>
              </a:rPr>
              <a:t>https://130.81.1.2:8082/abc/</a:t>
            </a:r>
            <a:endParaRPr lang="en-US" altLang="ja-JP" dirty="0"/>
          </a:p>
          <a:p>
            <a:r>
              <a:rPr lang="en-US" altLang="ja-JP" dirty="0">
                <a:hlinkClick r:id="rId3"/>
              </a:rPr>
              <a:t>https://130.81.1.2:8082/efg/</a:t>
            </a:r>
            <a:endParaRPr lang="en-US" altLang="ja-JP" dirty="0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33D4281B-ED38-04DC-4E86-10C87232D85C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180248" y="3757688"/>
            <a:ext cx="31592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627C0D4F-D605-1B78-95CC-CB2A52711931}"/>
              </a:ext>
            </a:extLst>
          </p:cNvPr>
          <p:cNvCxnSpPr>
            <a:cxnSpLocks/>
            <a:stCxn id="48" idx="3"/>
            <a:endCxn id="41" idx="1"/>
          </p:cNvCxnSpPr>
          <p:nvPr/>
        </p:nvCxnSpPr>
        <p:spPr>
          <a:xfrm>
            <a:off x="6358673" y="3720412"/>
            <a:ext cx="2434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069C3AE9-41E4-A436-B618-EDF2F623B024}"/>
              </a:ext>
            </a:extLst>
          </p:cNvPr>
          <p:cNvSpPr txBox="1">
            <a:spLocks/>
          </p:cNvSpPr>
          <p:nvPr/>
        </p:nvSpPr>
        <p:spPr>
          <a:xfrm>
            <a:off x="3594898" y="3148634"/>
            <a:ext cx="2887778" cy="3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hlinkClick r:id="rId4"/>
              </a:rPr>
              <a:t>http://130.81.1.2:8082/</a:t>
            </a:r>
            <a:endParaRPr lang="en-US" altLang="ja-JP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F76081CD-A799-A4C5-AC52-4B6F1378FB7E}"/>
              </a:ext>
            </a:extLst>
          </p:cNvPr>
          <p:cNvSpPr txBox="1">
            <a:spLocks/>
          </p:cNvSpPr>
          <p:nvPr/>
        </p:nvSpPr>
        <p:spPr>
          <a:xfrm>
            <a:off x="5342784" y="2219513"/>
            <a:ext cx="44829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/>
              <a:t>https://k3s-8080-service.default.svc.cluster.local:8080/abc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E76A437-C8AB-8FD2-F5E3-9CFDD47DF228}"/>
              </a:ext>
            </a:extLst>
          </p:cNvPr>
          <p:cNvSpPr>
            <a:spLocks/>
          </p:cNvSpPr>
          <p:nvPr/>
        </p:nvSpPr>
        <p:spPr>
          <a:xfrm>
            <a:off x="5197359" y="859037"/>
            <a:ext cx="6501304" cy="437283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F7C9C064-B9F6-5953-B259-338636C6D3BA}"/>
              </a:ext>
            </a:extLst>
          </p:cNvPr>
          <p:cNvSpPr txBox="1">
            <a:spLocks/>
          </p:cNvSpPr>
          <p:nvPr/>
        </p:nvSpPr>
        <p:spPr>
          <a:xfrm>
            <a:off x="6931957" y="3741321"/>
            <a:ext cx="985170" cy="375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neginx</a:t>
            </a:r>
            <a:endParaRPr kumimoji="1" lang="ja-JP" altLang="en-US" dirty="0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373DAC56-573A-02E5-6DF4-E4EF8C5B97C7}"/>
              </a:ext>
            </a:extLst>
          </p:cNvPr>
          <p:cNvSpPr>
            <a:spLocks/>
          </p:cNvSpPr>
          <p:nvPr/>
        </p:nvSpPr>
        <p:spPr>
          <a:xfrm>
            <a:off x="6602096" y="3140828"/>
            <a:ext cx="1680375" cy="115916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F8187063-9960-8377-E7B5-7E723F0B6F41}"/>
              </a:ext>
            </a:extLst>
          </p:cNvPr>
          <p:cNvSpPr txBox="1">
            <a:spLocks/>
          </p:cNvSpPr>
          <p:nvPr/>
        </p:nvSpPr>
        <p:spPr>
          <a:xfrm>
            <a:off x="5207089" y="3905078"/>
            <a:ext cx="1442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Load Balancer</a:t>
            </a:r>
            <a:endParaRPr lang="ja-JP" altLang="en-US" sz="1400" dirty="0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476F058F-C959-29A6-71F2-8D283913F123}"/>
              </a:ext>
            </a:extLst>
          </p:cNvPr>
          <p:cNvSpPr txBox="1">
            <a:spLocks/>
          </p:cNvSpPr>
          <p:nvPr/>
        </p:nvSpPr>
        <p:spPr>
          <a:xfrm>
            <a:off x="6575770" y="3118264"/>
            <a:ext cx="788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pod</a:t>
            </a:r>
            <a:endParaRPr lang="ja-JP" altLang="en-US" sz="1400" dirty="0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D7BAE0A1-CDB2-80E8-908A-FA47F3CAF964}"/>
              </a:ext>
            </a:extLst>
          </p:cNvPr>
          <p:cNvSpPr>
            <a:spLocks/>
          </p:cNvSpPr>
          <p:nvPr/>
        </p:nvSpPr>
        <p:spPr>
          <a:xfrm>
            <a:off x="6795295" y="3490620"/>
            <a:ext cx="1328647" cy="69950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CE10DDAD-DE20-E7CF-FB1C-B94338908C02}"/>
              </a:ext>
            </a:extLst>
          </p:cNvPr>
          <p:cNvSpPr txBox="1">
            <a:spLocks/>
          </p:cNvSpPr>
          <p:nvPr/>
        </p:nvSpPr>
        <p:spPr>
          <a:xfrm>
            <a:off x="6795295" y="3482244"/>
            <a:ext cx="1017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container</a:t>
            </a:r>
            <a:endParaRPr lang="ja-JP" altLang="en-US" sz="1400" dirty="0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CA82EE6D-5987-45C9-EE24-9BBFF59F30DA}"/>
              </a:ext>
            </a:extLst>
          </p:cNvPr>
          <p:cNvSpPr txBox="1">
            <a:spLocks/>
          </p:cNvSpPr>
          <p:nvPr/>
        </p:nvSpPr>
        <p:spPr>
          <a:xfrm>
            <a:off x="5350397" y="3535746"/>
            <a:ext cx="1008276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service</a:t>
            </a:r>
            <a:endParaRPr kumimoji="1" lang="ja-JP" altLang="en-US" dirty="0"/>
          </a:p>
        </p:txBody>
      </p: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4B661F56-37B0-475D-7316-3AA5C2C99571}"/>
              </a:ext>
            </a:extLst>
          </p:cNvPr>
          <p:cNvCxnSpPr>
            <a:cxnSpLocks/>
            <a:stCxn id="68" idx="3"/>
            <a:endCxn id="62" idx="1"/>
          </p:cNvCxnSpPr>
          <p:nvPr/>
        </p:nvCxnSpPr>
        <p:spPr>
          <a:xfrm>
            <a:off x="9629419" y="2675026"/>
            <a:ext cx="573283" cy="1901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454EC045-2615-BF86-FEAC-D6CB4E12FB4E}"/>
              </a:ext>
            </a:extLst>
          </p:cNvPr>
          <p:cNvSpPr txBox="1">
            <a:spLocks/>
          </p:cNvSpPr>
          <p:nvPr/>
        </p:nvSpPr>
        <p:spPr>
          <a:xfrm>
            <a:off x="10202702" y="2695935"/>
            <a:ext cx="110420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600" dirty="0" err="1"/>
              <a:t>FastAPI</a:t>
            </a:r>
            <a:endParaRPr kumimoji="1" lang="ja-JP" altLang="en-US" sz="1600" dirty="0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D664D305-F88A-6C6C-24EE-9254CB831058}"/>
              </a:ext>
            </a:extLst>
          </p:cNvPr>
          <p:cNvSpPr>
            <a:spLocks/>
          </p:cNvSpPr>
          <p:nvPr/>
        </p:nvSpPr>
        <p:spPr>
          <a:xfrm>
            <a:off x="9872842" y="2095442"/>
            <a:ext cx="1680375" cy="115916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E8E64020-A846-456F-C98E-F05AD4C6FF88}"/>
              </a:ext>
            </a:extLst>
          </p:cNvPr>
          <p:cNvSpPr txBox="1">
            <a:spLocks/>
          </p:cNvSpPr>
          <p:nvPr/>
        </p:nvSpPr>
        <p:spPr>
          <a:xfrm>
            <a:off x="8536958" y="2850556"/>
            <a:ext cx="11996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 err="1"/>
              <a:t>ClusterIP</a:t>
            </a:r>
            <a:endParaRPr lang="en-US" altLang="ja-JP" sz="1400" dirty="0"/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EDE9D443-B244-5A15-B485-921AA6223BC0}"/>
              </a:ext>
            </a:extLst>
          </p:cNvPr>
          <p:cNvSpPr txBox="1">
            <a:spLocks/>
          </p:cNvSpPr>
          <p:nvPr/>
        </p:nvSpPr>
        <p:spPr>
          <a:xfrm>
            <a:off x="9846516" y="2072878"/>
            <a:ext cx="788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pod</a:t>
            </a:r>
            <a:endParaRPr lang="ja-JP" altLang="en-US" sz="1400" dirty="0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CE146DBD-7AC0-2C0F-187E-787B8E0FE190}"/>
              </a:ext>
            </a:extLst>
          </p:cNvPr>
          <p:cNvSpPr>
            <a:spLocks/>
          </p:cNvSpPr>
          <p:nvPr/>
        </p:nvSpPr>
        <p:spPr>
          <a:xfrm>
            <a:off x="10066041" y="2445234"/>
            <a:ext cx="1328647" cy="69950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B7056F03-2119-47D0-3B21-4C45BE4D6E72}"/>
              </a:ext>
            </a:extLst>
          </p:cNvPr>
          <p:cNvSpPr txBox="1">
            <a:spLocks/>
          </p:cNvSpPr>
          <p:nvPr/>
        </p:nvSpPr>
        <p:spPr>
          <a:xfrm>
            <a:off x="10066041" y="2436858"/>
            <a:ext cx="1017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container</a:t>
            </a:r>
            <a:endParaRPr lang="ja-JP" altLang="en-US" sz="1400" dirty="0"/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1B6D35C3-C63F-19A4-0F58-DCA6091A38BE}"/>
              </a:ext>
            </a:extLst>
          </p:cNvPr>
          <p:cNvSpPr txBox="1">
            <a:spLocks/>
          </p:cNvSpPr>
          <p:nvPr/>
        </p:nvSpPr>
        <p:spPr>
          <a:xfrm>
            <a:off x="8621143" y="2490360"/>
            <a:ext cx="1008276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service</a:t>
            </a:r>
            <a:endParaRPr kumimoji="1" lang="ja-JP" altLang="en-US" dirty="0"/>
          </a:p>
        </p:txBody>
      </p: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3FEF6BA9-2FA6-7932-0F8F-5EE9B0BC2BD0}"/>
              </a:ext>
            </a:extLst>
          </p:cNvPr>
          <p:cNvCxnSpPr>
            <a:cxnSpLocks/>
            <a:stCxn id="76" idx="3"/>
          </p:cNvCxnSpPr>
          <p:nvPr/>
        </p:nvCxnSpPr>
        <p:spPr>
          <a:xfrm>
            <a:off x="9629419" y="4400219"/>
            <a:ext cx="513285" cy="175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4AB73438-0372-314A-7DD8-69B64B4EFDFA}"/>
              </a:ext>
            </a:extLst>
          </p:cNvPr>
          <p:cNvSpPr txBox="1">
            <a:spLocks/>
          </p:cNvSpPr>
          <p:nvPr/>
        </p:nvSpPr>
        <p:spPr>
          <a:xfrm>
            <a:off x="10182843" y="4402033"/>
            <a:ext cx="112406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Fast API</a:t>
            </a:r>
            <a:endParaRPr kumimoji="1" lang="ja-JP" altLang="en-US" sz="1600" dirty="0"/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3BAB3A83-C121-50A1-9D23-AA8CBA911676}"/>
              </a:ext>
            </a:extLst>
          </p:cNvPr>
          <p:cNvSpPr>
            <a:spLocks/>
          </p:cNvSpPr>
          <p:nvPr/>
        </p:nvSpPr>
        <p:spPr>
          <a:xfrm>
            <a:off x="9872842" y="3820635"/>
            <a:ext cx="1680375" cy="115916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21A9A5AF-BC4B-8565-432E-A89861EAED69}"/>
              </a:ext>
            </a:extLst>
          </p:cNvPr>
          <p:cNvSpPr txBox="1">
            <a:spLocks/>
          </p:cNvSpPr>
          <p:nvPr/>
        </p:nvSpPr>
        <p:spPr>
          <a:xfrm>
            <a:off x="8536958" y="4575749"/>
            <a:ext cx="11996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 err="1"/>
              <a:t>ClusterIP</a:t>
            </a:r>
            <a:endParaRPr lang="en-US" altLang="ja-JP" sz="1400" dirty="0"/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AFDFD2B3-B724-E405-9202-BE9B4ACF6CE7}"/>
              </a:ext>
            </a:extLst>
          </p:cNvPr>
          <p:cNvSpPr txBox="1">
            <a:spLocks/>
          </p:cNvSpPr>
          <p:nvPr/>
        </p:nvSpPr>
        <p:spPr>
          <a:xfrm>
            <a:off x="9846516" y="3798071"/>
            <a:ext cx="788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pod</a:t>
            </a:r>
            <a:endParaRPr lang="ja-JP" altLang="en-US" sz="1400" dirty="0"/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54597297-737A-6E0C-2F0C-A80D4714084D}"/>
              </a:ext>
            </a:extLst>
          </p:cNvPr>
          <p:cNvSpPr>
            <a:spLocks/>
          </p:cNvSpPr>
          <p:nvPr/>
        </p:nvSpPr>
        <p:spPr>
          <a:xfrm>
            <a:off x="10066041" y="4170427"/>
            <a:ext cx="1328647" cy="69950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83B2B834-94D1-F2F0-2104-DF7F56610B3E}"/>
              </a:ext>
            </a:extLst>
          </p:cNvPr>
          <p:cNvSpPr txBox="1">
            <a:spLocks/>
          </p:cNvSpPr>
          <p:nvPr/>
        </p:nvSpPr>
        <p:spPr>
          <a:xfrm>
            <a:off x="10066041" y="4162051"/>
            <a:ext cx="1017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container</a:t>
            </a:r>
            <a:endParaRPr lang="ja-JP" altLang="en-US" sz="1400" dirty="0"/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ADAABF0B-DA24-31FF-3EC7-CDDBB6575F21}"/>
              </a:ext>
            </a:extLst>
          </p:cNvPr>
          <p:cNvSpPr txBox="1">
            <a:spLocks/>
          </p:cNvSpPr>
          <p:nvPr/>
        </p:nvSpPr>
        <p:spPr>
          <a:xfrm>
            <a:off x="8621143" y="4215553"/>
            <a:ext cx="1008276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service</a:t>
            </a:r>
            <a:endParaRPr kumimoji="1" lang="ja-JP" altLang="en-US" dirty="0"/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FE9E44AF-0DBB-201D-B99F-B939D3F12E4A}"/>
              </a:ext>
            </a:extLst>
          </p:cNvPr>
          <p:cNvSpPr txBox="1">
            <a:spLocks/>
          </p:cNvSpPr>
          <p:nvPr/>
        </p:nvSpPr>
        <p:spPr>
          <a:xfrm>
            <a:off x="5437112" y="4837858"/>
            <a:ext cx="46948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/>
              <a:t>https://k3s-8081-service.default.svc.cluster.local:8081/efg</a:t>
            </a:r>
          </a:p>
        </p:txBody>
      </p: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B52DE58B-5CC9-E6F1-6613-6008C8CD4727}"/>
              </a:ext>
            </a:extLst>
          </p:cNvPr>
          <p:cNvCxnSpPr>
            <a:cxnSpLocks/>
            <a:endCxn id="41" idx="3"/>
          </p:cNvCxnSpPr>
          <p:nvPr/>
        </p:nvCxnSpPr>
        <p:spPr>
          <a:xfrm flipH="1" flipV="1">
            <a:off x="8282471" y="3720412"/>
            <a:ext cx="338672" cy="6798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6189B4D8-FB58-66E0-FECB-316013ACB63F}"/>
              </a:ext>
            </a:extLst>
          </p:cNvPr>
          <p:cNvCxnSpPr>
            <a:cxnSpLocks/>
            <a:stCxn id="68" idx="1"/>
            <a:endCxn id="41" idx="3"/>
          </p:cNvCxnSpPr>
          <p:nvPr/>
        </p:nvCxnSpPr>
        <p:spPr>
          <a:xfrm flipH="1">
            <a:off x="8282471" y="2675026"/>
            <a:ext cx="338672" cy="10453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B972311-C4CB-AD75-3FE8-4704F2AF1024}"/>
              </a:ext>
            </a:extLst>
          </p:cNvPr>
          <p:cNvSpPr txBox="1"/>
          <p:nvPr/>
        </p:nvSpPr>
        <p:spPr>
          <a:xfrm>
            <a:off x="5029841" y="508193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サーバ</a:t>
            </a:r>
            <a:r>
              <a:rPr lang="en-US" altLang="ja-JP" dirty="0"/>
              <a:t>(</a:t>
            </a:r>
            <a:r>
              <a:rPr lang="pt-BR" altLang="ja-JP" dirty="0"/>
              <a:t>130.81.1.2)</a:t>
            </a:r>
            <a:endParaRPr lang="en-US" altLang="ja-JP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82AFA38-8B32-21E9-AD53-EF09591E3476}"/>
              </a:ext>
            </a:extLst>
          </p:cNvPr>
          <p:cNvSpPr txBox="1"/>
          <p:nvPr/>
        </p:nvSpPr>
        <p:spPr>
          <a:xfrm>
            <a:off x="1426328" y="1371339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87CE4A1-440E-36AE-1F91-148D14FCBD34}"/>
              </a:ext>
            </a:extLst>
          </p:cNvPr>
          <p:cNvSpPr txBox="1"/>
          <p:nvPr/>
        </p:nvSpPr>
        <p:spPr>
          <a:xfrm>
            <a:off x="1841822" y="1633805"/>
            <a:ext cx="2024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echo-subsystem</a:t>
            </a:r>
            <a:endParaRPr lang="ja-JP" altLang="en-US" dirty="0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976B6E82-2376-C1B3-5D23-C914A5444A7D}"/>
              </a:ext>
            </a:extLst>
          </p:cNvPr>
          <p:cNvCxnSpPr>
            <a:cxnSpLocks/>
          </p:cNvCxnSpPr>
          <p:nvPr/>
        </p:nvCxnSpPr>
        <p:spPr>
          <a:xfrm>
            <a:off x="2095195" y="1556005"/>
            <a:ext cx="40390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E8D8592-9CC3-A314-CE4D-EC2F50C0CB58}"/>
              </a:ext>
            </a:extLst>
          </p:cNvPr>
          <p:cNvSpPr txBox="1"/>
          <p:nvPr/>
        </p:nvSpPr>
        <p:spPr>
          <a:xfrm>
            <a:off x="4641119" y="1264473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22</a:t>
            </a:r>
            <a:endParaRPr kumimoji="1"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40A1E87-BA22-A02B-BD88-F045D3086DE8}"/>
              </a:ext>
            </a:extLst>
          </p:cNvPr>
          <p:cNvSpPr txBox="1"/>
          <p:nvPr/>
        </p:nvSpPr>
        <p:spPr>
          <a:xfrm>
            <a:off x="6134281" y="1383132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C5582E88-D130-471E-408A-3CD98515243D}"/>
              </a:ext>
            </a:extLst>
          </p:cNvPr>
          <p:cNvSpPr txBox="1"/>
          <p:nvPr/>
        </p:nvSpPr>
        <p:spPr>
          <a:xfrm>
            <a:off x="5011570" y="1699196"/>
            <a:ext cx="2764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echo-subsystem </a:t>
            </a:r>
            <a:r>
              <a:rPr lang="ja-JP" altLang="en-US" dirty="0"/>
              <a:t>なら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26D1F80A-95F8-4FD1-9CDF-6E3E8006A572}"/>
              </a:ext>
            </a:extLst>
          </p:cNvPr>
          <p:cNvSpPr txBox="1"/>
          <p:nvPr/>
        </p:nvSpPr>
        <p:spPr>
          <a:xfrm>
            <a:off x="6098949" y="1103475"/>
            <a:ext cx="3767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/>
              <a:t>k3s-8080-service.default.svc.cluster.local:2222</a:t>
            </a:r>
            <a:endParaRPr lang="ja-JP" altLang="en-US" sz="1200" dirty="0"/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8BF52662-F694-E772-F10B-9732A7667120}"/>
              </a:ext>
            </a:extLst>
          </p:cNvPr>
          <p:cNvCxnSpPr>
            <a:cxnSpLocks/>
            <a:stCxn id="39" idx="3"/>
            <a:endCxn id="30" idx="1"/>
          </p:cNvCxnSpPr>
          <p:nvPr/>
        </p:nvCxnSpPr>
        <p:spPr>
          <a:xfrm>
            <a:off x="9542155" y="1551359"/>
            <a:ext cx="600549" cy="575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AE53142B-B3F2-4A54-A568-C502E9DB7F0D}"/>
              </a:ext>
            </a:extLst>
          </p:cNvPr>
          <p:cNvSpPr txBox="1"/>
          <p:nvPr/>
        </p:nvSpPr>
        <p:spPr>
          <a:xfrm>
            <a:off x="10142704" y="1439678"/>
            <a:ext cx="112406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SSH</a:t>
            </a:r>
            <a:endParaRPr kumimoji="1" lang="ja-JP" altLang="en-US" sz="1600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B6286622-A7B6-15C8-2D48-59EB27B8266B}"/>
              </a:ext>
            </a:extLst>
          </p:cNvPr>
          <p:cNvSpPr/>
          <p:nvPr/>
        </p:nvSpPr>
        <p:spPr>
          <a:xfrm>
            <a:off x="9846516" y="953393"/>
            <a:ext cx="1680375" cy="103364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7D88F934-008F-9168-3864-9C0FBF76A426}"/>
              </a:ext>
            </a:extLst>
          </p:cNvPr>
          <p:cNvSpPr txBox="1"/>
          <p:nvPr/>
        </p:nvSpPr>
        <p:spPr>
          <a:xfrm>
            <a:off x="7459618" y="1305178"/>
            <a:ext cx="11996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 err="1"/>
              <a:t>ClusterIP</a:t>
            </a:r>
            <a:endParaRPr lang="en-US" altLang="ja-JP" sz="1400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C5F44C0-58CB-E6C4-E782-FA7125DCE746}"/>
              </a:ext>
            </a:extLst>
          </p:cNvPr>
          <p:cNvSpPr txBox="1"/>
          <p:nvPr/>
        </p:nvSpPr>
        <p:spPr>
          <a:xfrm>
            <a:off x="9820190" y="930829"/>
            <a:ext cx="788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pod</a:t>
            </a:r>
            <a:endParaRPr lang="ja-JP" altLang="en-US" sz="1400" dirty="0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06923193-EC8B-2F9D-F28B-4F10E9F9D4EC}"/>
              </a:ext>
            </a:extLst>
          </p:cNvPr>
          <p:cNvSpPr/>
          <p:nvPr/>
        </p:nvSpPr>
        <p:spPr>
          <a:xfrm>
            <a:off x="10025902" y="1208072"/>
            <a:ext cx="1328647" cy="69950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0B9C41F-3CA3-D84E-E835-2EB902949BFA}"/>
              </a:ext>
            </a:extLst>
          </p:cNvPr>
          <p:cNvSpPr txBox="1"/>
          <p:nvPr/>
        </p:nvSpPr>
        <p:spPr>
          <a:xfrm>
            <a:off x="10025902" y="1199696"/>
            <a:ext cx="1017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container</a:t>
            </a:r>
            <a:endParaRPr lang="ja-JP" altLang="en-US" sz="140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0BF8B823-72BE-5E92-6C19-587AD8B2D66A}"/>
              </a:ext>
            </a:extLst>
          </p:cNvPr>
          <p:cNvSpPr txBox="1"/>
          <p:nvPr/>
        </p:nvSpPr>
        <p:spPr>
          <a:xfrm>
            <a:off x="8533879" y="1366693"/>
            <a:ext cx="1008276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service</a:t>
            </a:r>
            <a:endParaRPr kumimoji="1" lang="ja-JP" altLang="en-US" dirty="0"/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BFC89DD4-9B42-FFD3-CD97-5C5087BC7764}"/>
              </a:ext>
            </a:extLst>
          </p:cNvPr>
          <p:cNvCxnSpPr>
            <a:cxnSpLocks/>
            <a:stCxn id="39" idx="1"/>
            <a:endCxn id="22" idx="3"/>
          </p:cNvCxnSpPr>
          <p:nvPr/>
        </p:nvCxnSpPr>
        <p:spPr>
          <a:xfrm flipH="1">
            <a:off x="6803148" y="1551359"/>
            <a:ext cx="1730731" cy="164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FB536CA2-46BA-A8A3-5BEC-FEA0C9F06DB2}"/>
              </a:ext>
            </a:extLst>
          </p:cNvPr>
          <p:cNvSpPr txBox="1"/>
          <p:nvPr/>
        </p:nvSpPr>
        <p:spPr>
          <a:xfrm>
            <a:off x="5183286" y="863580"/>
            <a:ext cx="29406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K3s(</a:t>
            </a:r>
            <a:r>
              <a:rPr lang="ja-JP" altLang="en-US" dirty="0"/>
              <a:t>クラスター空間</a:t>
            </a:r>
            <a:r>
              <a:rPr lang="en-US" altLang="ja-JP" dirty="0"/>
              <a:t>)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045282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B499F-8524-B9D6-893B-52CEB095A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373A7CE-02CD-027F-B92C-E63F4B7E1639}"/>
              </a:ext>
            </a:extLst>
          </p:cNvPr>
          <p:cNvSpPr>
            <a:spLocks/>
          </p:cNvSpPr>
          <p:nvPr/>
        </p:nvSpPr>
        <p:spPr>
          <a:xfrm>
            <a:off x="5094360" y="494763"/>
            <a:ext cx="6707302" cy="492355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7762439-B3D7-CEDB-60DD-B31EBF944962}"/>
              </a:ext>
            </a:extLst>
          </p:cNvPr>
          <p:cNvSpPr>
            <a:spLocks/>
          </p:cNvSpPr>
          <p:nvPr/>
        </p:nvSpPr>
        <p:spPr>
          <a:xfrm>
            <a:off x="205774" y="405353"/>
            <a:ext cx="11780451" cy="510135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72C45DD-56AE-8307-8BDF-1D1DEA4639D8}"/>
              </a:ext>
            </a:extLst>
          </p:cNvPr>
          <p:cNvSpPr>
            <a:spLocks/>
          </p:cNvSpPr>
          <p:nvPr/>
        </p:nvSpPr>
        <p:spPr>
          <a:xfrm>
            <a:off x="5197359" y="859037"/>
            <a:ext cx="6501304" cy="4372839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49A097D-8E72-F7AD-5E46-4CD4F66F510D}"/>
              </a:ext>
            </a:extLst>
          </p:cNvPr>
          <p:cNvSpPr txBox="1"/>
          <p:nvPr/>
        </p:nvSpPr>
        <p:spPr>
          <a:xfrm>
            <a:off x="5029841" y="508193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サーバ</a:t>
            </a:r>
            <a:r>
              <a:rPr lang="en-US" altLang="ja-JP" dirty="0"/>
              <a:t>(</a:t>
            </a:r>
            <a:r>
              <a:rPr lang="pt-BR" altLang="ja-JP" dirty="0"/>
              <a:t>130.81.1.2)</a:t>
            </a:r>
            <a:endParaRPr lang="en-US" altLang="ja-JP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431F7CB-389F-C49D-4DF2-F507434BD30F}"/>
              </a:ext>
            </a:extLst>
          </p:cNvPr>
          <p:cNvSpPr txBox="1"/>
          <p:nvPr/>
        </p:nvSpPr>
        <p:spPr>
          <a:xfrm>
            <a:off x="5183287" y="863580"/>
            <a:ext cx="681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k3s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77935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9D90E-FA42-1349-D755-8ED6D4B0E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31F96E5-EBD9-42BB-4A77-5308E9F3AE3E}"/>
              </a:ext>
            </a:extLst>
          </p:cNvPr>
          <p:cNvSpPr>
            <a:spLocks/>
          </p:cNvSpPr>
          <p:nvPr/>
        </p:nvSpPr>
        <p:spPr>
          <a:xfrm>
            <a:off x="5094360" y="494763"/>
            <a:ext cx="6707302" cy="492355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74E33FF-E73D-0C56-775F-6673D9463B6D}"/>
              </a:ext>
            </a:extLst>
          </p:cNvPr>
          <p:cNvSpPr>
            <a:spLocks/>
          </p:cNvSpPr>
          <p:nvPr/>
        </p:nvSpPr>
        <p:spPr>
          <a:xfrm>
            <a:off x="205774" y="405353"/>
            <a:ext cx="11780451" cy="510135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CDC53F9-F88D-7D69-A8AE-9084D2BE9A94}"/>
              </a:ext>
            </a:extLst>
          </p:cNvPr>
          <p:cNvSpPr>
            <a:spLocks/>
          </p:cNvSpPr>
          <p:nvPr/>
        </p:nvSpPr>
        <p:spPr>
          <a:xfrm>
            <a:off x="332936" y="859037"/>
            <a:ext cx="2774350" cy="4559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FE9A916-06AC-E4ED-21A1-CABB7CEF7F7A}"/>
              </a:ext>
            </a:extLst>
          </p:cNvPr>
          <p:cNvSpPr txBox="1">
            <a:spLocks/>
          </p:cNvSpPr>
          <p:nvPr/>
        </p:nvSpPr>
        <p:spPr>
          <a:xfrm>
            <a:off x="992845" y="3573022"/>
            <a:ext cx="118740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Chrome</a:t>
            </a:r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E45536C-4115-2933-4CC9-4FE3305BFDE6}"/>
              </a:ext>
            </a:extLst>
          </p:cNvPr>
          <p:cNvSpPr txBox="1">
            <a:spLocks/>
          </p:cNvSpPr>
          <p:nvPr/>
        </p:nvSpPr>
        <p:spPr>
          <a:xfrm>
            <a:off x="1127358" y="3917922"/>
            <a:ext cx="39114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hlinkClick r:id="rId2"/>
              </a:rPr>
              <a:t>https://130.81.1.2:8082/abc/</a:t>
            </a:r>
            <a:endParaRPr lang="en-US" altLang="ja-JP" dirty="0"/>
          </a:p>
          <a:p>
            <a:r>
              <a:rPr lang="en-US" altLang="ja-JP" dirty="0">
                <a:hlinkClick r:id="rId3"/>
              </a:rPr>
              <a:t>https://130.81.1.2:8082/efg/</a:t>
            </a:r>
            <a:endParaRPr lang="en-US" altLang="ja-JP" dirty="0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47A1242E-D4DB-16C1-740B-468DF177F2AA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180248" y="3757688"/>
            <a:ext cx="31592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98D03FF8-58E2-D9E9-328D-B2150EF85E49}"/>
              </a:ext>
            </a:extLst>
          </p:cNvPr>
          <p:cNvCxnSpPr>
            <a:cxnSpLocks/>
            <a:stCxn id="48" idx="3"/>
            <a:endCxn id="41" idx="1"/>
          </p:cNvCxnSpPr>
          <p:nvPr/>
        </p:nvCxnSpPr>
        <p:spPr>
          <a:xfrm>
            <a:off x="6358673" y="3720412"/>
            <a:ext cx="2434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594F20B6-B72C-DC36-8126-139A8D338ADF}"/>
              </a:ext>
            </a:extLst>
          </p:cNvPr>
          <p:cNvSpPr txBox="1">
            <a:spLocks/>
          </p:cNvSpPr>
          <p:nvPr/>
        </p:nvSpPr>
        <p:spPr>
          <a:xfrm>
            <a:off x="3594898" y="3148634"/>
            <a:ext cx="2887778" cy="3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hlinkClick r:id="rId4"/>
              </a:rPr>
              <a:t>http://130.81.1.2:8082/</a:t>
            </a:r>
            <a:endParaRPr lang="en-US" altLang="ja-JP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9125601D-F768-626B-0175-67FF83AF2765}"/>
              </a:ext>
            </a:extLst>
          </p:cNvPr>
          <p:cNvSpPr txBox="1">
            <a:spLocks/>
          </p:cNvSpPr>
          <p:nvPr/>
        </p:nvSpPr>
        <p:spPr>
          <a:xfrm>
            <a:off x="5342784" y="2219513"/>
            <a:ext cx="44829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/>
              <a:t>https://k3s-8080-service.default.svc.cluster.local:8080/abc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4B0515B-F892-845E-5D3B-14B47783F540}"/>
              </a:ext>
            </a:extLst>
          </p:cNvPr>
          <p:cNvSpPr>
            <a:spLocks/>
          </p:cNvSpPr>
          <p:nvPr/>
        </p:nvSpPr>
        <p:spPr>
          <a:xfrm>
            <a:off x="5197359" y="859037"/>
            <a:ext cx="6501304" cy="437283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72F7A3FD-E208-BA63-B75C-4BCB7EA1A52C}"/>
              </a:ext>
            </a:extLst>
          </p:cNvPr>
          <p:cNvSpPr txBox="1">
            <a:spLocks/>
          </p:cNvSpPr>
          <p:nvPr/>
        </p:nvSpPr>
        <p:spPr>
          <a:xfrm>
            <a:off x="6931957" y="3741321"/>
            <a:ext cx="985170" cy="375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neginx</a:t>
            </a:r>
            <a:endParaRPr kumimoji="1" lang="ja-JP" altLang="en-US" dirty="0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046C1CAD-D07A-9DCB-BC24-C58C3259D32B}"/>
              </a:ext>
            </a:extLst>
          </p:cNvPr>
          <p:cNvSpPr>
            <a:spLocks/>
          </p:cNvSpPr>
          <p:nvPr/>
        </p:nvSpPr>
        <p:spPr>
          <a:xfrm>
            <a:off x="6602096" y="3140828"/>
            <a:ext cx="1680375" cy="1159167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EFBBB910-4DC8-D18A-28A2-243F1A30A0F5}"/>
              </a:ext>
            </a:extLst>
          </p:cNvPr>
          <p:cNvSpPr txBox="1">
            <a:spLocks/>
          </p:cNvSpPr>
          <p:nvPr/>
        </p:nvSpPr>
        <p:spPr>
          <a:xfrm>
            <a:off x="5207089" y="3905078"/>
            <a:ext cx="1442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Load Balancer</a:t>
            </a:r>
            <a:endParaRPr lang="ja-JP" altLang="en-US" sz="1400" dirty="0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2B66BD77-9F12-6F83-BF19-49895C8AF815}"/>
              </a:ext>
            </a:extLst>
          </p:cNvPr>
          <p:cNvSpPr txBox="1">
            <a:spLocks/>
          </p:cNvSpPr>
          <p:nvPr/>
        </p:nvSpPr>
        <p:spPr>
          <a:xfrm>
            <a:off x="6575770" y="3118264"/>
            <a:ext cx="788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pod</a:t>
            </a:r>
            <a:endParaRPr lang="ja-JP" altLang="en-US" sz="1400" dirty="0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39457990-9070-DF41-1E2A-822A1A66F929}"/>
              </a:ext>
            </a:extLst>
          </p:cNvPr>
          <p:cNvSpPr>
            <a:spLocks/>
          </p:cNvSpPr>
          <p:nvPr/>
        </p:nvSpPr>
        <p:spPr>
          <a:xfrm>
            <a:off x="6795295" y="3490620"/>
            <a:ext cx="1328647" cy="69950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21189197-E5FE-4B78-5280-2773E791F225}"/>
              </a:ext>
            </a:extLst>
          </p:cNvPr>
          <p:cNvSpPr txBox="1">
            <a:spLocks/>
          </p:cNvSpPr>
          <p:nvPr/>
        </p:nvSpPr>
        <p:spPr>
          <a:xfrm>
            <a:off x="6795295" y="3482244"/>
            <a:ext cx="1017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container</a:t>
            </a:r>
            <a:endParaRPr lang="ja-JP" altLang="en-US" sz="1400" dirty="0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A42AB96B-6720-62DC-9673-BC13E08B7338}"/>
              </a:ext>
            </a:extLst>
          </p:cNvPr>
          <p:cNvSpPr txBox="1">
            <a:spLocks/>
          </p:cNvSpPr>
          <p:nvPr/>
        </p:nvSpPr>
        <p:spPr>
          <a:xfrm>
            <a:off x="5350397" y="3535746"/>
            <a:ext cx="1008276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service</a:t>
            </a:r>
            <a:endParaRPr kumimoji="1" lang="ja-JP" altLang="en-US" dirty="0"/>
          </a:p>
        </p:txBody>
      </p: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3A25FC18-5B25-9389-C3A1-224B95A25366}"/>
              </a:ext>
            </a:extLst>
          </p:cNvPr>
          <p:cNvCxnSpPr>
            <a:cxnSpLocks/>
            <a:stCxn id="68" idx="3"/>
            <a:endCxn id="62" idx="1"/>
          </p:cNvCxnSpPr>
          <p:nvPr/>
        </p:nvCxnSpPr>
        <p:spPr>
          <a:xfrm>
            <a:off x="9629419" y="2675026"/>
            <a:ext cx="573283" cy="1901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05AF43A7-2979-5945-A51B-5519381E2CA0}"/>
              </a:ext>
            </a:extLst>
          </p:cNvPr>
          <p:cNvSpPr txBox="1">
            <a:spLocks/>
          </p:cNvSpPr>
          <p:nvPr/>
        </p:nvSpPr>
        <p:spPr>
          <a:xfrm>
            <a:off x="10202702" y="2695935"/>
            <a:ext cx="110420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600" dirty="0" err="1"/>
              <a:t>FastAPI</a:t>
            </a:r>
            <a:endParaRPr kumimoji="1" lang="ja-JP" altLang="en-US" sz="1600" dirty="0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2FAFFB2B-B7F4-F103-F443-27E6C31FA188}"/>
              </a:ext>
            </a:extLst>
          </p:cNvPr>
          <p:cNvSpPr>
            <a:spLocks/>
          </p:cNvSpPr>
          <p:nvPr/>
        </p:nvSpPr>
        <p:spPr>
          <a:xfrm>
            <a:off x="9872842" y="2095442"/>
            <a:ext cx="1680375" cy="1159167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DC5FDB45-A03A-FCE1-75E8-5B2AF2D5BA4F}"/>
              </a:ext>
            </a:extLst>
          </p:cNvPr>
          <p:cNvSpPr txBox="1">
            <a:spLocks/>
          </p:cNvSpPr>
          <p:nvPr/>
        </p:nvSpPr>
        <p:spPr>
          <a:xfrm>
            <a:off x="8536958" y="2850556"/>
            <a:ext cx="11996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 err="1"/>
              <a:t>ClusterIP</a:t>
            </a:r>
            <a:endParaRPr lang="en-US" altLang="ja-JP" sz="1400" dirty="0"/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9F6C164A-F5F3-4440-7666-F502CF41CFD9}"/>
              </a:ext>
            </a:extLst>
          </p:cNvPr>
          <p:cNvSpPr txBox="1">
            <a:spLocks/>
          </p:cNvSpPr>
          <p:nvPr/>
        </p:nvSpPr>
        <p:spPr>
          <a:xfrm>
            <a:off x="9846516" y="2072878"/>
            <a:ext cx="788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pod</a:t>
            </a:r>
            <a:endParaRPr lang="ja-JP" altLang="en-US" sz="1400" dirty="0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57F359E9-5372-22B3-1DF0-CFEAF277C9E8}"/>
              </a:ext>
            </a:extLst>
          </p:cNvPr>
          <p:cNvSpPr>
            <a:spLocks/>
          </p:cNvSpPr>
          <p:nvPr/>
        </p:nvSpPr>
        <p:spPr>
          <a:xfrm>
            <a:off x="10066041" y="2445234"/>
            <a:ext cx="1328647" cy="69950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082C9943-FA08-4CF8-476E-ECEB1C49C182}"/>
              </a:ext>
            </a:extLst>
          </p:cNvPr>
          <p:cNvSpPr txBox="1">
            <a:spLocks/>
          </p:cNvSpPr>
          <p:nvPr/>
        </p:nvSpPr>
        <p:spPr>
          <a:xfrm>
            <a:off x="10066041" y="2436858"/>
            <a:ext cx="1017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container</a:t>
            </a:r>
            <a:endParaRPr lang="ja-JP" altLang="en-US" sz="1400" dirty="0"/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80BEBCB4-F802-B8D6-22FE-3B9F0A9F92B5}"/>
              </a:ext>
            </a:extLst>
          </p:cNvPr>
          <p:cNvSpPr txBox="1">
            <a:spLocks/>
          </p:cNvSpPr>
          <p:nvPr/>
        </p:nvSpPr>
        <p:spPr>
          <a:xfrm>
            <a:off x="8621143" y="2490360"/>
            <a:ext cx="1008276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service</a:t>
            </a:r>
            <a:endParaRPr kumimoji="1" lang="ja-JP" altLang="en-US" dirty="0"/>
          </a:p>
        </p:txBody>
      </p: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983F64A1-6A6A-6024-0F06-BF1B5A04156D}"/>
              </a:ext>
            </a:extLst>
          </p:cNvPr>
          <p:cNvCxnSpPr>
            <a:cxnSpLocks/>
            <a:stCxn id="76" idx="3"/>
          </p:cNvCxnSpPr>
          <p:nvPr/>
        </p:nvCxnSpPr>
        <p:spPr>
          <a:xfrm>
            <a:off x="9629419" y="4400219"/>
            <a:ext cx="513285" cy="175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081CCEDE-197B-101D-5FB1-70EDFE165CF8}"/>
              </a:ext>
            </a:extLst>
          </p:cNvPr>
          <p:cNvSpPr txBox="1">
            <a:spLocks/>
          </p:cNvSpPr>
          <p:nvPr/>
        </p:nvSpPr>
        <p:spPr>
          <a:xfrm>
            <a:off x="10182843" y="4402033"/>
            <a:ext cx="112406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Fast API</a:t>
            </a:r>
            <a:endParaRPr kumimoji="1" lang="ja-JP" altLang="en-US" sz="1600" dirty="0"/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12D170EF-889E-4673-027D-43E9583528A6}"/>
              </a:ext>
            </a:extLst>
          </p:cNvPr>
          <p:cNvSpPr>
            <a:spLocks/>
          </p:cNvSpPr>
          <p:nvPr/>
        </p:nvSpPr>
        <p:spPr>
          <a:xfrm>
            <a:off x="9872842" y="3820635"/>
            <a:ext cx="1680375" cy="1159167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CA215C57-2AB6-3E29-3DA0-CEAA4EA0A72D}"/>
              </a:ext>
            </a:extLst>
          </p:cNvPr>
          <p:cNvSpPr txBox="1">
            <a:spLocks/>
          </p:cNvSpPr>
          <p:nvPr/>
        </p:nvSpPr>
        <p:spPr>
          <a:xfrm>
            <a:off x="8536958" y="4575749"/>
            <a:ext cx="11996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 err="1"/>
              <a:t>ClusterIP</a:t>
            </a:r>
            <a:endParaRPr lang="en-US" altLang="ja-JP" sz="1400" dirty="0"/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E6149081-490A-57AB-74F0-8C81A4777FDA}"/>
              </a:ext>
            </a:extLst>
          </p:cNvPr>
          <p:cNvSpPr txBox="1">
            <a:spLocks/>
          </p:cNvSpPr>
          <p:nvPr/>
        </p:nvSpPr>
        <p:spPr>
          <a:xfrm>
            <a:off x="9846516" y="3798071"/>
            <a:ext cx="788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pod</a:t>
            </a:r>
            <a:endParaRPr lang="ja-JP" altLang="en-US" sz="1400" dirty="0"/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E7F8F1BC-A9C3-89CA-4D10-3C21075B716D}"/>
              </a:ext>
            </a:extLst>
          </p:cNvPr>
          <p:cNvSpPr>
            <a:spLocks/>
          </p:cNvSpPr>
          <p:nvPr/>
        </p:nvSpPr>
        <p:spPr>
          <a:xfrm>
            <a:off x="10066041" y="4170427"/>
            <a:ext cx="1328647" cy="69950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87FF58BC-6C78-5854-57DD-6AA0715117F7}"/>
              </a:ext>
            </a:extLst>
          </p:cNvPr>
          <p:cNvSpPr txBox="1">
            <a:spLocks/>
          </p:cNvSpPr>
          <p:nvPr/>
        </p:nvSpPr>
        <p:spPr>
          <a:xfrm>
            <a:off x="10066041" y="4162051"/>
            <a:ext cx="1017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container</a:t>
            </a:r>
            <a:endParaRPr lang="ja-JP" altLang="en-US" sz="1400" dirty="0"/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256AAEE9-AB7E-8684-C973-37809DACC705}"/>
              </a:ext>
            </a:extLst>
          </p:cNvPr>
          <p:cNvSpPr txBox="1">
            <a:spLocks/>
          </p:cNvSpPr>
          <p:nvPr/>
        </p:nvSpPr>
        <p:spPr>
          <a:xfrm>
            <a:off x="8621143" y="4215553"/>
            <a:ext cx="1008276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service</a:t>
            </a:r>
            <a:endParaRPr kumimoji="1" lang="ja-JP" altLang="en-US" dirty="0"/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B4DE653F-3D94-E7C7-8E55-56BDFFE76E8C}"/>
              </a:ext>
            </a:extLst>
          </p:cNvPr>
          <p:cNvSpPr txBox="1">
            <a:spLocks/>
          </p:cNvSpPr>
          <p:nvPr/>
        </p:nvSpPr>
        <p:spPr>
          <a:xfrm>
            <a:off x="5437112" y="4837858"/>
            <a:ext cx="46948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/>
              <a:t>https://k3s-8081-service.default.svc.cluster.local:8081/efg</a:t>
            </a:r>
          </a:p>
        </p:txBody>
      </p: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7DAFF019-FB09-4EB1-3F54-5D4E8D3BE889}"/>
              </a:ext>
            </a:extLst>
          </p:cNvPr>
          <p:cNvCxnSpPr>
            <a:cxnSpLocks/>
            <a:endCxn id="41" idx="3"/>
          </p:cNvCxnSpPr>
          <p:nvPr/>
        </p:nvCxnSpPr>
        <p:spPr>
          <a:xfrm flipH="1" flipV="1">
            <a:off x="8282471" y="3720412"/>
            <a:ext cx="338672" cy="6798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86B77E9B-62BF-5BED-4A29-9FC606C4C37E}"/>
              </a:ext>
            </a:extLst>
          </p:cNvPr>
          <p:cNvCxnSpPr>
            <a:cxnSpLocks/>
            <a:stCxn id="68" idx="1"/>
            <a:endCxn id="41" idx="3"/>
          </p:cNvCxnSpPr>
          <p:nvPr/>
        </p:nvCxnSpPr>
        <p:spPr>
          <a:xfrm flipH="1">
            <a:off x="8282471" y="2675026"/>
            <a:ext cx="338672" cy="10453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EDEA9BB-63DC-3069-CDCD-5DA6014F6969}"/>
              </a:ext>
            </a:extLst>
          </p:cNvPr>
          <p:cNvSpPr txBox="1"/>
          <p:nvPr/>
        </p:nvSpPr>
        <p:spPr>
          <a:xfrm>
            <a:off x="5029841" y="508193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サーバ</a:t>
            </a:r>
            <a:r>
              <a:rPr lang="en-US" altLang="ja-JP" dirty="0"/>
              <a:t>(</a:t>
            </a:r>
            <a:r>
              <a:rPr lang="pt-BR" altLang="ja-JP" dirty="0"/>
              <a:t>130.81.1.2)</a:t>
            </a:r>
            <a:endParaRPr lang="en-US" altLang="ja-JP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7064FCB-A824-7B30-D911-9D066367D94D}"/>
              </a:ext>
            </a:extLst>
          </p:cNvPr>
          <p:cNvSpPr txBox="1"/>
          <p:nvPr/>
        </p:nvSpPr>
        <p:spPr>
          <a:xfrm>
            <a:off x="1426328" y="1371339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0A5B964-4C30-9915-6483-73E5491F5C38}"/>
              </a:ext>
            </a:extLst>
          </p:cNvPr>
          <p:cNvSpPr txBox="1"/>
          <p:nvPr/>
        </p:nvSpPr>
        <p:spPr>
          <a:xfrm>
            <a:off x="1841822" y="1633805"/>
            <a:ext cx="2024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echo-subsystem</a:t>
            </a:r>
            <a:endParaRPr lang="ja-JP" altLang="en-US" dirty="0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3E01F359-F0C1-4672-67A6-E6E13BB5AD97}"/>
              </a:ext>
            </a:extLst>
          </p:cNvPr>
          <p:cNvCxnSpPr>
            <a:cxnSpLocks/>
          </p:cNvCxnSpPr>
          <p:nvPr/>
        </p:nvCxnSpPr>
        <p:spPr>
          <a:xfrm>
            <a:off x="2095195" y="1556005"/>
            <a:ext cx="40390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77D60B3-E80E-E55F-2725-327300E2B88F}"/>
              </a:ext>
            </a:extLst>
          </p:cNvPr>
          <p:cNvSpPr txBox="1"/>
          <p:nvPr/>
        </p:nvSpPr>
        <p:spPr>
          <a:xfrm>
            <a:off x="4641119" y="1264473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22</a:t>
            </a:r>
            <a:endParaRPr kumimoji="1"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72CA28B-0F15-2431-FA6D-F0406943DB90}"/>
              </a:ext>
            </a:extLst>
          </p:cNvPr>
          <p:cNvSpPr txBox="1"/>
          <p:nvPr/>
        </p:nvSpPr>
        <p:spPr>
          <a:xfrm>
            <a:off x="6134281" y="1383132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0F61F226-5617-749C-85EA-54E694B5D888}"/>
              </a:ext>
            </a:extLst>
          </p:cNvPr>
          <p:cNvSpPr txBox="1"/>
          <p:nvPr/>
        </p:nvSpPr>
        <p:spPr>
          <a:xfrm>
            <a:off x="5011570" y="1699196"/>
            <a:ext cx="2764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echo-subsystem </a:t>
            </a:r>
            <a:r>
              <a:rPr lang="ja-JP" altLang="en-US" dirty="0"/>
              <a:t>なら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561E327-F42A-BDF7-C905-EBBF0A6409ED}"/>
              </a:ext>
            </a:extLst>
          </p:cNvPr>
          <p:cNvSpPr txBox="1"/>
          <p:nvPr/>
        </p:nvSpPr>
        <p:spPr>
          <a:xfrm>
            <a:off x="6098949" y="1103475"/>
            <a:ext cx="3767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/>
              <a:t>k3s-8080-service.default.svc.cluster.local:2222</a:t>
            </a:r>
            <a:endParaRPr lang="ja-JP" altLang="en-US" sz="1200" dirty="0"/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BDE8FCB7-BAAC-11D7-4169-B8F1E06F190E}"/>
              </a:ext>
            </a:extLst>
          </p:cNvPr>
          <p:cNvCxnSpPr>
            <a:cxnSpLocks/>
            <a:stCxn id="39" idx="3"/>
            <a:endCxn id="30" idx="1"/>
          </p:cNvCxnSpPr>
          <p:nvPr/>
        </p:nvCxnSpPr>
        <p:spPr>
          <a:xfrm>
            <a:off x="9542155" y="1551359"/>
            <a:ext cx="600549" cy="575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8EDDB6C-E4C9-18D7-3F0C-933555963FFB}"/>
              </a:ext>
            </a:extLst>
          </p:cNvPr>
          <p:cNvSpPr txBox="1"/>
          <p:nvPr/>
        </p:nvSpPr>
        <p:spPr>
          <a:xfrm>
            <a:off x="10142704" y="1439678"/>
            <a:ext cx="112406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SSH</a:t>
            </a:r>
            <a:endParaRPr kumimoji="1" lang="ja-JP" altLang="en-US" sz="1600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C90D434F-2709-1DF2-FF76-F67BF27C5C52}"/>
              </a:ext>
            </a:extLst>
          </p:cNvPr>
          <p:cNvSpPr/>
          <p:nvPr/>
        </p:nvSpPr>
        <p:spPr>
          <a:xfrm>
            <a:off x="9846516" y="953393"/>
            <a:ext cx="1680375" cy="1033641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7E15506C-33AD-34AF-04B9-1C15AC80A590}"/>
              </a:ext>
            </a:extLst>
          </p:cNvPr>
          <p:cNvSpPr txBox="1"/>
          <p:nvPr/>
        </p:nvSpPr>
        <p:spPr>
          <a:xfrm>
            <a:off x="7459618" y="1305178"/>
            <a:ext cx="11996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 err="1"/>
              <a:t>ClusterIP</a:t>
            </a:r>
            <a:endParaRPr lang="en-US" altLang="ja-JP" sz="1400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DAEE3601-0837-C420-BC1A-444821B20DDA}"/>
              </a:ext>
            </a:extLst>
          </p:cNvPr>
          <p:cNvSpPr txBox="1"/>
          <p:nvPr/>
        </p:nvSpPr>
        <p:spPr>
          <a:xfrm>
            <a:off x="9820190" y="930829"/>
            <a:ext cx="788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pod</a:t>
            </a:r>
            <a:endParaRPr lang="ja-JP" altLang="en-US" sz="1400" dirty="0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F908486D-B96F-598F-241D-5FACEA7E9A95}"/>
              </a:ext>
            </a:extLst>
          </p:cNvPr>
          <p:cNvSpPr/>
          <p:nvPr/>
        </p:nvSpPr>
        <p:spPr>
          <a:xfrm>
            <a:off x="10025902" y="1208072"/>
            <a:ext cx="1328647" cy="69950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784BC8CD-870A-6B78-6AA6-078D8F7D6F48}"/>
              </a:ext>
            </a:extLst>
          </p:cNvPr>
          <p:cNvSpPr txBox="1"/>
          <p:nvPr/>
        </p:nvSpPr>
        <p:spPr>
          <a:xfrm>
            <a:off x="10025902" y="1199696"/>
            <a:ext cx="1017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container</a:t>
            </a:r>
            <a:endParaRPr lang="ja-JP" altLang="en-US" sz="140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13F0C6DC-757F-A7CA-EE03-A7825C2542DD}"/>
              </a:ext>
            </a:extLst>
          </p:cNvPr>
          <p:cNvSpPr txBox="1"/>
          <p:nvPr/>
        </p:nvSpPr>
        <p:spPr>
          <a:xfrm>
            <a:off x="8533879" y="1366693"/>
            <a:ext cx="1008276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service</a:t>
            </a:r>
            <a:endParaRPr kumimoji="1" lang="ja-JP" altLang="en-US" dirty="0"/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C70B895C-513F-50C3-A787-A8959579E2A5}"/>
              </a:ext>
            </a:extLst>
          </p:cNvPr>
          <p:cNvCxnSpPr>
            <a:cxnSpLocks/>
            <a:stCxn id="39" idx="1"/>
            <a:endCxn id="22" idx="3"/>
          </p:cNvCxnSpPr>
          <p:nvPr/>
        </p:nvCxnSpPr>
        <p:spPr>
          <a:xfrm flipH="1">
            <a:off x="6803148" y="1551359"/>
            <a:ext cx="1730731" cy="164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81BD2DF4-3E86-E0E3-AE8A-271F6418ADFF}"/>
              </a:ext>
            </a:extLst>
          </p:cNvPr>
          <p:cNvSpPr txBox="1"/>
          <p:nvPr/>
        </p:nvSpPr>
        <p:spPr>
          <a:xfrm>
            <a:off x="5183287" y="863580"/>
            <a:ext cx="681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k3s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257230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FFFDE-1984-2F8A-FD61-2ED6DA3C7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15BD5D7-365A-3A0D-6C0D-F3F5282488B3}"/>
              </a:ext>
            </a:extLst>
          </p:cNvPr>
          <p:cNvSpPr>
            <a:spLocks/>
          </p:cNvSpPr>
          <p:nvPr/>
        </p:nvSpPr>
        <p:spPr>
          <a:xfrm>
            <a:off x="5094360" y="494763"/>
            <a:ext cx="6707302" cy="492355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AD4B28C-292C-D774-13D1-50253200BD2B}"/>
              </a:ext>
            </a:extLst>
          </p:cNvPr>
          <p:cNvSpPr>
            <a:spLocks/>
          </p:cNvSpPr>
          <p:nvPr/>
        </p:nvSpPr>
        <p:spPr>
          <a:xfrm>
            <a:off x="205774" y="405353"/>
            <a:ext cx="11780451" cy="510135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5C1BBA2-3725-E6C0-D719-9EF20E33A25B}"/>
              </a:ext>
            </a:extLst>
          </p:cNvPr>
          <p:cNvSpPr>
            <a:spLocks/>
          </p:cNvSpPr>
          <p:nvPr/>
        </p:nvSpPr>
        <p:spPr>
          <a:xfrm>
            <a:off x="332936" y="859037"/>
            <a:ext cx="2774350" cy="4559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1902EDF-312E-928B-F40F-A0A85C7C30B8}"/>
              </a:ext>
            </a:extLst>
          </p:cNvPr>
          <p:cNvSpPr txBox="1">
            <a:spLocks/>
          </p:cNvSpPr>
          <p:nvPr/>
        </p:nvSpPr>
        <p:spPr>
          <a:xfrm>
            <a:off x="992845" y="3573022"/>
            <a:ext cx="118740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Chrome</a:t>
            </a:r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C88CCC0-1525-A49C-34F6-5285C669896D}"/>
              </a:ext>
            </a:extLst>
          </p:cNvPr>
          <p:cNvSpPr txBox="1">
            <a:spLocks/>
          </p:cNvSpPr>
          <p:nvPr/>
        </p:nvSpPr>
        <p:spPr>
          <a:xfrm>
            <a:off x="1127358" y="3917922"/>
            <a:ext cx="39114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hlinkClick r:id="rId2"/>
              </a:rPr>
              <a:t>https://130.81.1.2:8082/abc/</a:t>
            </a:r>
            <a:endParaRPr lang="en-US" altLang="ja-JP" dirty="0"/>
          </a:p>
          <a:p>
            <a:r>
              <a:rPr lang="en-US" altLang="ja-JP" dirty="0">
                <a:hlinkClick r:id="rId3"/>
              </a:rPr>
              <a:t>https://130.81.1.2:8082/efg/</a:t>
            </a:r>
            <a:endParaRPr lang="en-US" altLang="ja-JP" dirty="0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2A4F445C-E70E-2D82-1329-A1CE27A4A9EA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180248" y="3757688"/>
            <a:ext cx="31592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0D8D28A1-4754-2C80-97B0-6BD2E2517BC3}"/>
              </a:ext>
            </a:extLst>
          </p:cNvPr>
          <p:cNvCxnSpPr>
            <a:cxnSpLocks/>
            <a:stCxn id="48" idx="3"/>
            <a:endCxn id="41" idx="1"/>
          </p:cNvCxnSpPr>
          <p:nvPr/>
        </p:nvCxnSpPr>
        <p:spPr>
          <a:xfrm>
            <a:off x="6358673" y="3720412"/>
            <a:ext cx="2434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9DE0AC1-E8E0-575B-5F73-922FBB8B3446}"/>
              </a:ext>
            </a:extLst>
          </p:cNvPr>
          <p:cNvSpPr txBox="1">
            <a:spLocks/>
          </p:cNvSpPr>
          <p:nvPr/>
        </p:nvSpPr>
        <p:spPr>
          <a:xfrm>
            <a:off x="3594898" y="3148634"/>
            <a:ext cx="2887778" cy="3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hlinkClick r:id="rId4"/>
              </a:rPr>
              <a:t>http://130.81.1.2:8082/</a:t>
            </a:r>
            <a:endParaRPr lang="en-US" altLang="ja-JP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3EAA5721-0200-2B70-A513-024C4457B051}"/>
              </a:ext>
            </a:extLst>
          </p:cNvPr>
          <p:cNvSpPr txBox="1">
            <a:spLocks/>
          </p:cNvSpPr>
          <p:nvPr/>
        </p:nvSpPr>
        <p:spPr>
          <a:xfrm>
            <a:off x="5342784" y="2219513"/>
            <a:ext cx="44829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/>
              <a:t>https://k3s-8080-service.default.svc.cluster.local:8080/abc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3ACCAB1-5F90-B75D-87F1-DC52B031FDA7}"/>
              </a:ext>
            </a:extLst>
          </p:cNvPr>
          <p:cNvSpPr>
            <a:spLocks/>
          </p:cNvSpPr>
          <p:nvPr/>
        </p:nvSpPr>
        <p:spPr>
          <a:xfrm>
            <a:off x="5197359" y="859037"/>
            <a:ext cx="6501304" cy="437283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C4B89A6F-2453-9ED6-E36F-9671EBC9F2AA}"/>
              </a:ext>
            </a:extLst>
          </p:cNvPr>
          <p:cNvSpPr txBox="1">
            <a:spLocks/>
          </p:cNvSpPr>
          <p:nvPr/>
        </p:nvSpPr>
        <p:spPr>
          <a:xfrm>
            <a:off x="6931957" y="3741321"/>
            <a:ext cx="985170" cy="375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neginx</a:t>
            </a:r>
            <a:endParaRPr kumimoji="1" lang="ja-JP" altLang="en-US" dirty="0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BBF0CE81-8B77-DCBB-6579-52F14619F505}"/>
              </a:ext>
            </a:extLst>
          </p:cNvPr>
          <p:cNvSpPr>
            <a:spLocks/>
          </p:cNvSpPr>
          <p:nvPr/>
        </p:nvSpPr>
        <p:spPr>
          <a:xfrm>
            <a:off x="6602096" y="3140828"/>
            <a:ext cx="1680375" cy="115916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19ADFBF3-1874-168B-7FB6-83DED2B333F3}"/>
              </a:ext>
            </a:extLst>
          </p:cNvPr>
          <p:cNvSpPr txBox="1">
            <a:spLocks/>
          </p:cNvSpPr>
          <p:nvPr/>
        </p:nvSpPr>
        <p:spPr>
          <a:xfrm>
            <a:off x="5207089" y="3905078"/>
            <a:ext cx="1442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Load Balancer</a:t>
            </a:r>
            <a:endParaRPr lang="ja-JP" altLang="en-US" sz="1400" dirty="0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0185E417-0D9F-3A7E-D34B-8A703827F61A}"/>
              </a:ext>
            </a:extLst>
          </p:cNvPr>
          <p:cNvSpPr txBox="1">
            <a:spLocks/>
          </p:cNvSpPr>
          <p:nvPr/>
        </p:nvSpPr>
        <p:spPr>
          <a:xfrm>
            <a:off x="6575770" y="3118264"/>
            <a:ext cx="788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pod</a:t>
            </a:r>
            <a:endParaRPr lang="ja-JP" altLang="en-US" sz="1400" dirty="0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B9585E10-9099-D5AB-223D-33C5EB710329}"/>
              </a:ext>
            </a:extLst>
          </p:cNvPr>
          <p:cNvSpPr>
            <a:spLocks/>
          </p:cNvSpPr>
          <p:nvPr/>
        </p:nvSpPr>
        <p:spPr>
          <a:xfrm>
            <a:off x="6795295" y="3490620"/>
            <a:ext cx="1328647" cy="69950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623710E5-98EB-AA05-DE7D-DC5A75828731}"/>
              </a:ext>
            </a:extLst>
          </p:cNvPr>
          <p:cNvSpPr txBox="1">
            <a:spLocks/>
          </p:cNvSpPr>
          <p:nvPr/>
        </p:nvSpPr>
        <p:spPr>
          <a:xfrm>
            <a:off x="6795295" y="3482244"/>
            <a:ext cx="1017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container</a:t>
            </a:r>
            <a:endParaRPr lang="ja-JP" altLang="en-US" sz="1400" dirty="0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CAE0C8D1-CE8E-C206-CAA7-436BE7678BD9}"/>
              </a:ext>
            </a:extLst>
          </p:cNvPr>
          <p:cNvSpPr txBox="1">
            <a:spLocks/>
          </p:cNvSpPr>
          <p:nvPr/>
        </p:nvSpPr>
        <p:spPr>
          <a:xfrm>
            <a:off x="5350397" y="3535746"/>
            <a:ext cx="1008276" cy="369332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service</a:t>
            </a:r>
            <a:endParaRPr kumimoji="1" lang="ja-JP" altLang="en-US" dirty="0"/>
          </a:p>
        </p:txBody>
      </p: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5534E396-B3B3-3CF2-FD93-744575A36843}"/>
              </a:ext>
            </a:extLst>
          </p:cNvPr>
          <p:cNvCxnSpPr>
            <a:cxnSpLocks/>
            <a:stCxn id="68" idx="3"/>
            <a:endCxn id="62" idx="1"/>
          </p:cNvCxnSpPr>
          <p:nvPr/>
        </p:nvCxnSpPr>
        <p:spPr>
          <a:xfrm>
            <a:off x="9629419" y="2675026"/>
            <a:ext cx="573283" cy="1901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0BA89E6C-C257-651F-87FC-CA444B5EA9B6}"/>
              </a:ext>
            </a:extLst>
          </p:cNvPr>
          <p:cNvSpPr txBox="1">
            <a:spLocks/>
          </p:cNvSpPr>
          <p:nvPr/>
        </p:nvSpPr>
        <p:spPr>
          <a:xfrm>
            <a:off x="10202702" y="2695935"/>
            <a:ext cx="110420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600" dirty="0" err="1"/>
              <a:t>FastAPI</a:t>
            </a:r>
            <a:endParaRPr kumimoji="1" lang="ja-JP" altLang="en-US" sz="1600" dirty="0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9C96BBF1-B30E-6B07-4906-64D0F9577E8A}"/>
              </a:ext>
            </a:extLst>
          </p:cNvPr>
          <p:cNvSpPr>
            <a:spLocks/>
          </p:cNvSpPr>
          <p:nvPr/>
        </p:nvSpPr>
        <p:spPr>
          <a:xfrm>
            <a:off x="9872842" y="2095442"/>
            <a:ext cx="1680375" cy="115916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80D01660-AB2C-A1EA-45BC-77C374A57B27}"/>
              </a:ext>
            </a:extLst>
          </p:cNvPr>
          <p:cNvSpPr txBox="1">
            <a:spLocks/>
          </p:cNvSpPr>
          <p:nvPr/>
        </p:nvSpPr>
        <p:spPr>
          <a:xfrm>
            <a:off x="8536958" y="2850556"/>
            <a:ext cx="11996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 err="1"/>
              <a:t>ClusterIP</a:t>
            </a:r>
            <a:endParaRPr lang="en-US" altLang="ja-JP" sz="1400" dirty="0"/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11BB1655-B1FE-5CC6-2640-716F8F415EED}"/>
              </a:ext>
            </a:extLst>
          </p:cNvPr>
          <p:cNvSpPr txBox="1">
            <a:spLocks/>
          </p:cNvSpPr>
          <p:nvPr/>
        </p:nvSpPr>
        <p:spPr>
          <a:xfrm>
            <a:off x="9846516" y="2072878"/>
            <a:ext cx="788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pod</a:t>
            </a:r>
            <a:endParaRPr lang="ja-JP" altLang="en-US" sz="1400" dirty="0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9F61DAF0-9300-3C9E-4685-C68F806DC32F}"/>
              </a:ext>
            </a:extLst>
          </p:cNvPr>
          <p:cNvSpPr>
            <a:spLocks/>
          </p:cNvSpPr>
          <p:nvPr/>
        </p:nvSpPr>
        <p:spPr>
          <a:xfrm>
            <a:off x="10066041" y="2445234"/>
            <a:ext cx="1328647" cy="69950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A653AE0A-B076-3C25-0984-1160B00EB892}"/>
              </a:ext>
            </a:extLst>
          </p:cNvPr>
          <p:cNvSpPr txBox="1">
            <a:spLocks/>
          </p:cNvSpPr>
          <p:nvPr/>
        </p:nvSpPr>
        <p:spPr>
          <a:xfrm>
            <a:off x="10066041" y="2436858"/>
            <a:ext cx="1017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container</a:t>
            </a:r>
            <a:endParaRPr lang="ja-JP" altLang="en-US" sz="1400" dirty="0"/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9EEB239E-15AC-009D-A921-76CBB1660DDE}"/>
              </a:ext>
            </a:extLst>
          </p:cNvPr>
          <p:cNvSpPr txBox="1">
            <a:spLocks/>
          </p:cNvSpPr>
          <p:nvPr/>
        </p:nvSpPr>
        <p:spPr>
          <a:xfrm>
            <a:off x="8621143" y="2490360"/>
            <a:ext cx="1008276" cy="369332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service</a:t>
            </a:r>
            <a:endParaRPr kumimoji="1" lang="ja-JP" altLang="en-US" dirty="0"/>
          </a:p>
        </p:txBody>
      </p: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B2AB4737-46C8-756B-5918-0955DC484C9A}"/>
              </a:ext>
            </a:extLst>
          </p:cNvPr>
          <p:cNvCxnSpPr>
            <a:cxnSpLocks/>
            <a:stCxn id="76" idx="3"/>
          </p:cNvCxnSpPr>
          <p:nvPr/>
        </p:nvCxnSpPr>
        <p:spPr>
          <a:xfrm>
            <a:off x="9629419" y="4400219"/>
            <a:ext cx="513285" cy="175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2AC50681-A1E8-A357-7DD7-0276C2F11BAD}"/>
              </a:ext>
            </a:extLst>
          </p:cNvPr>
          <p:cNvSpPr txBox="1">
            <a:spLocks/>
          </p:cNvSpPr>
          <p:nvPr/>
        </p:nvSpPr>
        <p:spPr>
          <a:xfrm>
            <a:off x="10182843" y="4402033"/>
            <a:ext cx="112406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Fast API</a:t>
            </a:r>
            <a:endParaRPr kumimoji="1" lang="ja-JP" altLang="en-US" sz="1600" dirty="0"/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C58F33FE-37E2-18ED-9CE2-BB6ADEC36F4F}"/>
              </a:ext>
            </a:extLst>
          </p:cNvPr>
          <p:cNvSpPr>
            <a:spLocks/>
          </p:cNvSpPr>
          <p:nvPr/>
        </p:nvSpPr>
        <p:spPr>
          <a:xfrm>
            <a:off x="9872842" y="3820635"/>
            <a:ext cx="1680375" cy="115916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AB4FB06A-D190-5457-8E40-9E7EFA00F5CC}"/>
              </a:ext>
            </a:extLst>
          </p:cNvPr>
          <p:cNvSpPr txBox="1">
            <a:spLocks/>
          </p:cNvSpPr>
          <p:nvPr/>
        </p:nvSpPr>
        <p:spPr>
          <a:xfrm>
            <a:off x="8536958" y="4575749"/>
            <a:ext cx="11996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 err="1"/>
              <a:t>ClusterIP</a:t>
            </a:r>
            <a:endParaRPr lang="en-US" altLang="ja-JP" sz="1400" dirty="0"/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2AFB87EE-4D7D-5C10-C6F4-2E483F547E73}"/>
              </a:ext>
            </a:extLst>
          </p:cNvPr>
          <p:cNvSpPr txBox="1">
            <a:spLocks/>
          </p:cNvSpPr>
          <p:nvPr/>
        </p:nvSpPr>
        <p:spPr>
          <a:xfrm>
            <a:off x="9846516" y="3798071"/>
            <a:ext cx="788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pod</a:t>
            </a:r>
            <a:endParaRPr lang="ja-JP" altLang="en-US" sz="1400" dirty="0"/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85A994D8-6394-D908-7E57-810C2DED265F}"/>
              </a:ext>
            </a:extLst>
          </p:cNvPr>
          <p:cNvSpPr>
            <a:spLocks/>
          </p:cNvSpPr>
          <p:nvPr/>
        </p:nvSpPr>
        <p:spPr>
          <a:xfrm>
            <a:off x="10066041" y="4170427"/>
            <a:ext cx="1328647" cy="69950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F9EA0D9F-1B7A-3A86-E246-C9476AC398DB}"/>
              </a:ext>
            </a:extLst>
          </p:cNvPr>
          <p:cNvSpPr txBox="1">
            <a:spLocks/>
          </p:cNvSpPr>
          <p:nvPr/>
        </p:nvSpPr>
        <p:spPr>
          <a:xfrm>
            <a:off x="10066041" y="4162051"/>
            <a:ext cx="1017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container</a:t>
            </a:r>
            <a:endParaRPr lang="ja-JP" altLang="en-US" sz="1400" dirty="0"/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085A7026-BDA2-FC8A-7EEC-0DE3B4CC2056}"/>
              </a:ext>
            </a:extLst>
          </p:cNvPr>
          <p:cNvSpPr txBox="1">
            <a:spLocks/>
          </p:cNvSpPr>
          <p:nvPr/>
        </p:nvSpPr>
        <p:spPr>
          <a:xfrm>
            <a:off x="8621143" y="4215553"/>
            <a:ext cx="1008276" cy="369332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service</a:t>
            </a:r>
            <a:endParaRPr kumimoji="1" lang="ja-JP" altLang="en-US" dirty="0"/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40E7CB3C-90CC-B73B-9FDA-1AC90435076D}"/>
              </a:ext>
            </a:extLst>
          </p:cNvPr>
          <p:cNvSpPr txBox="1">
            <a:spLocks/>
          </p:cNvSpPr>
          <p:nvPr/>
        </p:nvSpPr>
        <p:spPr>
          <a:xfrm>
            <a:off x="5437112" y="4837858"/>
            <a:ext cx="46948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/>
              <a:t>https://k3s-8081-service.default.svc.cluster.local:8081/efg</a:t>
            </a:r>
          </a:p>
        </p:txBody>
      </p: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E88008FE-21BB-994E-9A65-CA8B9629DE86}"/>
              </a:ext>
            </a:extLst>
          </p:cNvPr>
          <p:cNvCxnSpPr>
            <a:cxnSpLocks/>
            <a:endCxn id="41" idx="3"/>
          </p:cNvCxnSpPr>
          <p:nvPr/>
        </p:nvCxnSpPr>
        <p:spPr>
          <a:xfrm flipH="1" flipV="1">
            <a:off x="8282471" y="3720412"/>
            <a:ext cx="338672" cy="6798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EAC1A7DD-2E87-EBD5-F6BB-F72FA53199D0}"/>
              </a:ext>
            </a:extLst>
          </p:cNvPr>
          <p:cNvCxnSpPr>
            <a:cxnSpLocks/>
            <a:stCxn id="68" idx="1"/>
            <a:endCxn id="41" idx="3"/>
          </p:cNvCxnSpPr>
          <p:nvPr/>
        </p:nvCxnSpPr>
        <p:spPr>
          <a:xfrm flipH="1">
            <a:off x="8282471" y="2675026"/>
            <a:ext cx="338672" cy="10453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6432804-B891-A93B-F0BB-7E2C0989DFC0}"/>
              </a:ext>
            </a:extLst>
          </p:cNvPr>
          <p:cNvSpPr txBox="1"/>
          <p:nvPr/>
        </p:nvSpPr>
        <p:spPr>
          <a:xfrm>
            <a:off x="5029841" y="508193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サーバ</a:t>
            </a:r>
            <a:r>
              <a:rPr lang="en-US" altLang="ja-JP" dirty="0"/>
              <a:t>(</a:t>
            </a:r>
            <a:r>
              <a:rPr lang="pt-BR" altLang="ja-JP" dirty="0"/>
              <a:t>130.81.1.2)</a:t>
            </a:r>
            <a:endParaRPr lang="en-US" altLang="ja-JP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13EDEE7-F2C0-B904-4ACA-238CD740BC87}"/>
              </a:ext>
            </a:extLst>
          </p:cNvPr>
          <p:cNvSpPr txBox="1"/>
          <p:nvPr/>
        </p:nvSpPr>
        <p:spPr>
          <a:xfrm>
            <a:off x="1426328" y="1371339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BF28E37-38CA-D915-FA8C-8AABF369909D}"/>
              </a:ext>
            </a:extLst>
          </p:cNvPr>
          <p:cNvSpPr txBox="1"/>
          <p:nvPr/>
        </p:nvSpPr>
        <p:spPr>
          <a:xfrm>
            <a:off x="1841822" y="1633805"/>
            <a:ext cx="2024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echo-subsystem</a:t>
            </a:r>
            <a:endParaRPr lang="ja-JP" altLang="en-US" dirty="0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836A14DD-31EE-58B3-9AC0-692A275DC463}"/>
              </a:ext>
            </a:extLst>
          </p:cNvPr>
          <p:cNvCxnSpPr>
            <a:cxnSpLocks/>
          </p:cNvCxnSpPr>
          <p:nvPr/>
        </p:nvCxnSpPr>
        <p:spPr>
          <a:xfrm>
            <a:off x="2095195" y="1556005"/>
            <a:ext cx="40390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C7BBB6C-F9D0-3E0F-4001-67C9CE327114}"/>
              </a:ext>
            </a:extLst>
          </p:cNvPr>
          <p:cNvSpPr txBox="1"/>
          <p:nvPr/>
        </p:nvSpPr>
        <p:spPr>
          <a:xfrm>
            <a:off x="4641119" y="1264473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22</a:t>
            </a:r>
            <a:endParaRPr kumimoji="1"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E32F684-CD66-81B8-A682-144DEEAAC425}"/>
              </a:ext>
            </a:extLst>
          </p:cNvPr>
          <p:cNvSpPr txBox="1"/>
          <p:nvPr/>
        </p:nvSpPr>
        <p:spPr>
          <a:xfrm>
            <a:off x="6134281" y="1383132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DB9486A-2397-6C9E-18A4-9FE11B20B3BF}"/>
              </a:ext>
            </a:extLst>
          </p:cNvPr>
          <p:cNvSpPr txBox="1"/>
          <p:nvPr/>
        </p:nvSpPr>
        <p:spPr>
          <a:xfrm>
            <a:off x="5011570" y="1699196"/>
            <a:ext cx="2764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echo-subsystem </a:t>
            </a:r>
            <a:r>
              <a:rPr lang="ja-JP" altLang="en-US" dirty="0"/>
              <a:t>なら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16B48B8-2E1E-4BA7-0DC9-C9401F2D1DBA}"/>
              </a:ext>
            </a:extLst>
          </p:cNvPr>
          <p:cNvSpPr txBox="1"/>
          <p:nvPr/>
        </p:nvSpPr>
        <p:spPr>
          <a:xfrm>
            <a:off x="6098949" y="1103475"/>
            <a:ext cx="3767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/>
              <a:t>k3s-8080-service.default.svc.cluster.local:2222</a:t>
            </a:r>
            <a:endParaRPr lang="ja-JP" altLang="en-US" sz="1200" dirty="0"/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9E2E2F35-E737-A67B-E7B5-B0D3F835DC1E}"/>
              </a:ext>
            </a:extLst>
          </p:cNvPr>
          <p:cNvCxnSpPr>
            <a:cxnSpLocks/>
            <a:stCxn id="39" idx="3"/>
            <a:endCxn id="30" idx="1"/>
          </p:cNvCxnSpPr>
          <p:nvPr/>
        </p:nvCxnSpPr>
        <p:spPr>
          <a:xfrm>
            <a:off x="9542155" y="1551359"/>
            <a:ext cx="600549" cy="575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647782ED-D745-B64F-8059-9937397103CF}"/>
              </a:ext>
            </a:extLst>
          </p:cNvPr>
          <p:cNvSpPr txBox="1"/>
          <p:nvPr/>
        </p:nvSpPr>
        <p:spPr>
          <a:xfrm>
            <a:off x="10142704" y="1439678"/>
            <a:ext cx="112406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SSH</a:t>
            </a:r>
            <a:endParaRPr kumimoji="1" lang="ja-JP" altLang="en-US" sz="1600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DECA6781-5A53-6ACE-70C0-E22F8C4D2BF7}"/>
              </a:ext>
            </a:extLst>
          </p:cNvPr>
          <p:cNvSpPr/>
          <p:nvPr/>
        </p:nvSpPr>
        <p:spPr>
          <a:xfrm>
            <a:off x="9846516" y="953393"/>
            <a:ext cx="1680375" cy="103364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C01D685-6544-EF9E-51E1-B77A42C8C0ED}"/>
              </a:ext>
            </a:extLst>
          </p:cNvPr>
          <p:cNvSpPr txBox="1"/>
          <p:nvPr/>
        </p:nvSpPr>
        <p:spPr>
          <a:xfrm>
            <a:off x="7459618" y="1305178"/>
            <a:ext cx="11996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 err="1"/>
              <a:t>ClusterIP</a:t>
            </a:r>
            <a:endParaRPr lang="en-US" altLang="ja-JP" sz="1400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99AAF578-AA7C-3A0C-BFF6-DFC6D4C733E6}"/>
              </a:ext>
            </a:extLst>
          </p:cNvPr>
          <p:cNvSpPr txBox="1"/>
          <p:nvPr/>
        </p:nvSpPr>
        <p:spPr>
          <a:xfrm>
            <a:off x="9820190" y="930829"/>
            <a:ext cx="788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pod</a:t>
            </a:r>
            <a:endParaRPr lang="ja-JP" altLang="en-US" sz="1400" dirty="0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9193BA36-7DD4-B563-F338-B7B8A3185227}"/>
              </a:ext>
            </a:extLst>
          </p:cNvPr>
          <p:cNvSpPr/>
          <p:nvPr/>
        </p:nvSpPr>
        <p:spPr>
          <a:xfrm>
            <a:off x="10025902" y="1208072"/>
            <a:ext cx="1328647" cy="69950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172A38A7-185F-45D5-D670-FD8BF5ACD5A2}"/>
              </a:ext>
            </a:extLst>
          </p:cNvPr>
          <p:cNvSpPr txBox="1"/>
          <p:nvPr/>
        </p:nvSpPr>
        <p:spPr>
          <a:xfrm>
            <a:off x="10025902" y="1199696"/>
            <a:ext cx="1017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container</a:t>
            </a:r>
            <a:endParaRPr lang="ja-JP" altLang="en-US" sz="140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BFF56A80-4C20-3F30-A4FE-FD0A19F3AFF8}"/>
              </a:ext>
            </a:extLst>
          </p:cNvPr>
          <p:cNvSpPr txBox="1"/>
          <p:nvPr/>
        </p:nvSpPr>
        <p:spPr>
          <a:xfrm>
            <a:off x="8533879" y="1366693"/>
            <a:ext cx="1008276" cy="369332"/>
          </a:xfrm>
          <a:prstGeom prst="rect">
            <a:avLst/>
          </a:prstGeom>
          <a:solidFill>
            <a:srgbClr val="FFCCCC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service</a:t>
            </a:r>
            <a:endParaRPr kumimoji="1" lang="ja-JP" altLang="en-US" dirty="0"/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64C0BEA2-4C10-6D13-F07B-6776C626EB0B}"/>
              </a:ext>
            </a:extLst>
          </p:cNvPr>
          <p:cNvCxnSpPr>
            <a:cxnSpLocks/>
            <a:stCxn id="39" idx="1"/>
            <a:endCxn id="22" idx="3"/>
          </p:cNvCxnSpPr>
          <p:nvPr/>
        </p:nvCxnSpPr>
        <p:spPr>
          <a:xfrm flipH="1">
            <a:off x="6803148" y="1551359"/>
            <a:ext cx="1730731" cy="164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2E0BC326-CBB4-6168-1604-0C6C470BFB4A}"/>
              </a:ext>
            </a:extLst>
          </p:cNvPr>
          <p:cNvSpPr txBox="1"/>
          <p:nvPr/>
        </p:nvSpPr>
        <p:spPr>
          <a:xfrm>
            <a:off x="5183287" y="863580"/>
            <a:ext cx="681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k3s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68798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0C427-3DF0-14EF-84E7-B593C050E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559AFB5-4EDC-08A1-99AF-26EF6F26279D}"/>
              </a:ext>
            </a:extLst>
          </p:cNvPr>
          <p:cNvSpPr>
            <a:spLocks/>
          </p:cNvSpPr>
          <p:nvPr/>
        </p:nvSpPr>
        <p:spPr>
          <a:xfrm>
            <a:off x="5094360" y="494763"/>
            <a:ext cx="6707302" cy="492355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934ED9A-1C96-FFB1-9997-CB235EB44919}"/>
              </a:ext>
            </a:extLst>
          </p:cNvPr>
          <p:cNvSpPr>
            <a:spLocks/>
          </p:cNvSpPr>
          <p:nvPr/>
        </p:nvSpPr>
        <p:spPr>
          <a:xfrm>
            <a:off x="205774" y="405353"/>
            <a:ext cx="11780451" cy="5101359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EFC1191-7F79-3C64-32CD-B34FA2067842}"/>
              </a:ext>
            </a:extLst>
          </p:cNvPr>
          <p:cNvSpPr>
            <a:spLocks/>
          </p:cNvSpPr>
          <p:nvPr/>
        </p:nvSpPr>
        <p:spPr>
          <a:xfrm>
            <a:off x="332936" y="859037"/>
            <a:ext cx="2774350" cy="4559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530C631-DE5E-0CB5-3BD1-C88738A3DE03}"/>
              </a:ext>
            </a:extLst>
          </p:cNvPr>
          <p:cNvSpPr txBox="1">
            <a:spLocks/>
          </p:cNvSpPr>
          <p:nvPr/>
        </p:nvSpPr>
        <p:spPr>
          <a:xfrm>
            <a:off x="992845" y="3573022"/>
            <a:ext cx="118740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Chrome</a:t>
            </a:r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7A32481-074A-0021-62AE-DA3F3A6C4569}"/>
              </a:ext>
            </a:extLst>
          </p:cNvPr>
          <p:cNvSpPr txBox="1">
            <a:spLocks/>
          </p:cNvSpPr>
          <p:nvPr/>
        </p:nvSpPr>
        <p:spPr>
          <a:xfrm>
            <a:off x="1127358" y="3917922"/>
            <a:ext cx="39114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hlinkClick r:id="rId2"/>
              </a:rPr>
              <a:t>https://130.81.1.2:8082/abc/</a:t>
            </a:r>
            <a:endParaRPr lang="en-US" altLang="ja-JP" dirty="0"/>
          </a:p>
          <a:p>
            <a:r>
              <a:rPr lang="en-US" altLang="ja-JP" dirty="0">
                <a:hlinkClick r:id="rId3"/>
              </a:rPr>
              <a:t>https://130.81.1.2:8082/efg/</a:t>
            </a:r>
            <a:endParaRPr lang="en-US" altLang="ja-JP" dirty="0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795FDF4D-0D4B-E431-A6FB-E18C6B153BF6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180248" y="3757688"/>
            <a:ext cx="31592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E44736E1-B5FF-DD1A-A059-F912B713CF72}"/>
              </a:ext>
            </a:extLst>
          </p:cNvPr>
          <p:cNvCxnSpPr>
            <a:cxnSpLocks/>
            <a:stCxn id="48" idx="3"/>
            <a:endCxn id="41" idx="1"/>
          </p:cNvCxnSpPr>
          <p:nvPr/>
        </p:nvCxnSpPr>
        <p:spPr>
          <a:xfrm>
            <a:off x="6358673" y="3720412"/>
            <a:ext cx="2434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A8EE32F-23C3-ABF0-4FFE-10300726BA0A}"/>
              </a:ext>
            </a:extLst>
          </p:cNvPr>
          <p:cNvSpPr txBox="1">
            <a:spLocks/>
          </p:cNvSpPr>
          <p:nvPr/>
        </p:nvSpPr>
        <p:spPr>
          <a:xfrm>
            <a:off x="3594898" y="3148634"/>
            <a:ext cx="2887778" cy="3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hlinkClick r:id="rId4"/>
              </a:rPr>
              <a:t>http://130.81.1.2:8082/</a:t>
            </a:r>
            <a:endParaRPr lang="en-US" altLang="ja-JP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DD11E36-E6E3-5AAC-BD73-2A60F839D498}"/>
              </a:ext>
            </a:extLst>
          </p:cNvPr>
          <p:cNvSpPr txBox="1">
            <a:spLocks/>
          </p:cNvSpPr>
          <p:nvPr/>
        </p:nvSpPr>
        <p:spPr>
          <a:xfrm>
            <a:off x="5342784" y="2219513"/>
            <a:ext cx="44829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/>
              <a:t>https://k3s-8080-service.default.svc.cluster.local:8080/abc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A5AA368-B5A7-DA91-CC33-9075F41912E2}"/>
              </a:ext>
            </a:extLst>
          </p:cNvPr>
          <p:cNvSpPr>
            <a:spLocks/>
          </p:cNvSpPr>
          <p:nvPr/>
        </p:nvSpPr>
        <p:spPr>
          <a:xfrm>
            <a:off x="5197359" y="859037"/>
            <a:ext cx="6501304" cy="437283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60161E4-D5C4-677F-B2AC-110725E4E3AF}"/>
              </a:ext>
            </a:extLst>
          </p:cNvPr>
          <p:cNvSpPr txBox="1">
            <a:spLocks/>
          </p:cNvSpPr>
          <p:nvPr/>
        </p:nvSpPr>
        <p:spPr>
          <a:xfrm>
            <a:off x="6931957" y="3741321"/>
            <a:ext cx="985170" cy="375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neginx</a:t>
            </a:r>
            <a:endParaRPr kumimoji="1" lang="ja-JP" altLang="en-US" dirty="0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0775129B-F189-4CD6-A4F0-C22C8928B27A}"/>
              </a:ext>
            </a:extLst>
          </p:cNvPr>
          <p:cNvSpPr>
            <a:spLocks/>
          </p:cNvSpPr>
          <p:nvPr/>
        </p:nvSpPr>
        <p:spPr>
          <a:xfrm>
            <a:off x="6602096" y="3140828"/>
            <a:ext cx="1680375" cy="115916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0055B2DA-023B-693B-51B8-63D0F52B916B}"/>
              </a:ext>
            </a:extLst>
          </p:cNvPr>
          <p:cNvSpPr txBox="1">
            <a:spLocks/>
          </p:cNvSpPr>
          <p:nvPr/>
        </p:nvSpPr>
        <p:spPr>
          <a:xfrm>
            <a:off x="5207089" y="3905078"/>
            <a:ext cx="1442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Load Balancer</a:t>
            </a:r>
            <a:endParaRPr lang="ja-JP" altLang="en-US" sz="1400" dirty="0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AF21C7FE-76D7-EC7F-F269-B45FF0010EF2}"/>
              </a:ext>
            </a:extLst>
          </p:cNvPr>
          <p:cNvSpPr txBox="1">
            <a:spLocks/>
          </p:cNvSpPr>
          <p:nvPr/>
        </p:nvSpPr>
        <p:spPr>
          <a:xfrm>
            <a:off x="6575770" y="3118264"/>
            <a:ext cx="788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pod</a:t>
            </a:r>
            <a:endParaRPr lang="ja-JP" altLang="en-US" sz="1400" dirty="0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778A1B23-7C28-0AAB-67BE-688AECAD55AF}"/>
              </a:ext>
            </a:extLst>
          </p:cNvPr>
          <p:cNvSpPr>
            <a:spLocks/>
          </p:cNvSpPr>
          <p:nvPr/>
        </p:nvSpPr>
        <p:spPr>
          <a:xfrm>
            <a:off x="6795295" y="3490620"/>
            <a:ext cx="1328647" cy="69950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3D3C0997-EE1E-DA56-8D0E-C062E26C7137}"/>
              </a:ext>
            </a:extLst>
          </p:cNvPr>
          <p:cNvSpPr txBox="1">
            <a:spLocks/>
          </p:cNvSpPr>
          <p:nvPr/>
        </p:nvSpPr>
        <p:spPr>
          <a:xfrm>
            <a:off x="6795295" y="3482244"/>
            <a:ext cx="1017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container</a:t>
            </a:r>
            <a:endParaRPr lang="ja-JP" altLang="en-US" sz="1400" dirty="0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211B1281-4064-EBEB-57E4-4C10999F12E8}"/>
              </a:ext>
            </a:extLst>
          </p:cNvPr>
          <p:cNvSpPr txBox="1">
            <a:spLocks/>
          </p:cNvSpPr>
          <p:nvPr/>
        </p:nvSpPr>
        <p:spPr>
          <a:xfrm>
            <a:off x="5350397" y="3535746"/>
            <a:ext cx="1008276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service</a:t>
            </a:r>
            <a:endParaRPr kumimoji="1" lang="ja-JP" altLang="en-US" dirty="0"/>
          </a:p>
        </p:txBody>
      </p: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1A25F417-D616-7D92-A2EF-E53230BA3C16}"/>
              </a:ext>
            </a:extLst>
          </p:cNvPr>
          <p:cNvCxnSpPr>
            <a:cxnSpLocks/>
            <a:stCxn id="68" idx="3"/>
            <a:endCxn id="62" idx="1"/>
          </p:cNvCxnSpPr>
          <p:nvPr/>
        </p:nvCxnSpPr>
        <p:spPr>
          <a:xfrm>
            <a:off x="9629419" y="2675026"/>
            <a:ext cx="573283" cy="1901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B6EA66B9-B592-0339-2FC2-785C0A8AED25}"/>
              </a:ext>
            </a:extLst>
          </p:cNvPr>
          <p:cNvSpPr txBox="1">
            <a:spLocks/>
          </p:cNvSpPr>
          <p:nvPr/>
        </p:nvSpPr>
        <p:spPr>
          <a:xfrm>
            <a:off x="10202702" y="2695935"/>
            <a:ext cx="110420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600" dirty="0" err="1"/>
              <a:t>FastAPI</a:t>
            </a:r>
            <a:endParaRPr kumimoji="1" lang="ja-JP" altLang="en-US" sz="1600" dirty="0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3E6C51BE-9579-CCEE-125D-DC83F853DBB4}"/>
              </a:ext>
            </a:extLst>
          </p:cNvPr>
          <p:cNvSpPr>
            <a:spLocks/>
          </p:cNvSpPr>
          <p:nvPr/>
        </p:nvSpPr>
        <p:spPr>
          <a:xfrm>
            <a:off x="9872842" y="2095442"/>
            <a:ext cx="1680375" cy="115916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F0A34BA8-A0AD-A148-131C-03D9BFF38678}"/>
              </a:ext>
            </a:extLst>
          </p:cNvPr>
          <p:cNvSpPr txBox="1">
            <a:spLocks/>
          </p:cNvSpPr>
          <p:nvPr/>
        </p:nvSpPr>
        <p:spPr>
          <a:xfrm>
            <a:off x="8536958" y="2850556"/>
            <a:ext cx="11996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 err="1"/>
              <a:t>ClusterIP</a:t>
            </a:r>
            <a:endParaRPr lang="en-US" altLang="ja-JP" sz="1400" dirty="0"/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04C8B9BB-6771-3461-4295-1A4528776498}"/>
              </a:ext>
            </a:extLst>
          </p:cNvPr>
          <p:cNvSpPr txBox="1">
            <a:spLocks/>
          </p:cNvSpPr>
          <p:nvPr/>
        </p:nvSpPr>
        <p:spPr>
          <a:xfrm>
            <a:off x="9846516" y="2072878"/>
            <a:ext cx="788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pod</a:t>
            </a:r>
            <a:endParaRPr lang="ja-JP" altLang="en-US" sz="1400" dirty="0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E8EB0318-BE7E-F0D5-46CF-B5F90160AA9E}"/>
              </a:ext>
            </a:extLst>
          </p:cNvPr>
          <p:cNvSpPr>
            <a:spLocks/>
          </p:cNvSpPr>
          <p:nvPr/>
        </p:nvSpPr>
        <p:spPr>
          <a:xfrm>
            <a:off x="10066041" y="2445234"/>
            <a:ext cx="1328647" cy="69950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FA364535-7659-56CC-2D14-15612B988087}"/>
              </a:ext>
            </a:extLst>
          </p:cNvPr>
          <p:cNvSpPr txBox="1">
            <a:spLocks/>
          </p:cNvSpPr>
          <p:nvPr/>
        </p:nvSpPr>
        <p:spPr>
          <a:xfrm>
            <a:off x="10066041" y="2436858"/>
            <a:ext cx="1017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container</a:t>
            </a:r>
            <a:endParaRPr lang="ja-JP" altLang="en-US" sz="1400" dirty="0"/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40232256-AEBC-7B3C-C666-F1CE22C798FA}"/>
              </a:ext>
            </a:extLst>
          </p:cNvPr>
          <p:cNvSpPr txBox="1">
            <a:spLocks/>
          </p:cNvSpPr>
          <p:nvPr/>
        </p:nvSpPr>
        <p:spPr>
          <a:xfrm>
            <a:off x="8621143" y="2490360"/>
            <a:ext cx="1008276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service</a:t>
            </a:r>
            <a:endParaRPr kumimoji="1" lang="ja-JP" altLang="en-US" dirty="0"/>
          </a:p>
        </p:txBody>
      </p: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1CD8E0D4-0DA8-22ED-2370-D075014F8817}"/>
              </a:ext>
            </a:extLst>
          </p:cNvPr>
          <p:cNvCxnSpPr>
            <a:cxnSpLocks/>
            <a:stCxn id="76" idx="3"/>
          </p:cNvCxnSpPr>
          <p:nvPr/>
        </p:nvCxnSpPr>
        <p:spPr>
          <a:xfrm>
            <a:off x="9629419" y="4400219"/>
            <a:ext cx="513285" cy="175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2F42378C-2D3D-A7A8-5197-A37745D37625}"/>
              </a:ext>
            </a:extLst>
          </p:cNvPr>
          <p:cNvSpPr txBox="1">
            <a:spLocks/>
          </p:cNvSpPr>
          <p:nvPr/>
        </p:nvSpPr>
        <p:spPr>
          <a:xfrm>
            <a:off x="10182843" y="4402033"/>
            <a:ext cx="112406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Fast API</a:t>
            </a:r>
            <a:endParaRPr kumimoji="1" lang="ja-JP" altLang="en-US" sz="1600" dirty="0"/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2DBA253A-1CEC-EC95-E9B6-9ECE639A5022}"/>
              </a:ext>
            </a:extLst>
          </p:cNvPr>
          <p:cNvSpPr>
            <a:spLocks/>
          </p:cNvSpPr>
          <p:nvPr/>
        </p:nvSpPr>
        <p:spPr>
          <a:xfrm>
            <a:off x="9872842" y="3820635"/>
            <a:ext cx="1680375" cy="115916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FFB1C7AB-21BA-A899-EA77-FBFB32F0207C}"/>
              </a:ext>
            </a:extLst>
          </p:cNvPr>
          <p:cNvSpPr txBox="1">
            <a:spLocks/>
          </p:cNvSpPr>
          <p:nvPr/>
        </p:nvSpPr>
        <p:spPr>
          <a:xfrm>
            <a:off x="8536958" y="4575749"/>
            <a:ext cx="11996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 err="1"/>
              <a:t>ClusterIP</a:t>
            </a:r>
            <a:endParaRPr lang="en-US" altLang="ja-JP" sz="1400" dirty="0"/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FE57B03E-7781-4D3F-705E-90DD7E291201}"/>
              </a:ext>
            </a:extLst>
          </p:cNvPr>
          <p:cNvSpPr txBox="1">
            <a:spLocks/>
          </p:cNvSpPr>
          <p:nvPr/>
        </p:nvSpPr>
        <p:spPr>
          <a:xfrm>
            <a:off x="9846516" y="3798071"/>
            <a:ext cx="788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pod</a:t>
            </a:r>
            <a:endParaRPr lang="ja-JP" altLang="en-US" sz="1400" dirty="0"/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91B21B4B-4122-4B6F-AFB8-CAFE3E9422AA}"/>
              </a:ext>
            </a:extLst>
          </p:cNvPr>
          <p:cNvSpPr>
            <a:spLocks/>
          </p:cNvSpPr>
          <p:nvPr/>
        </p:nvSpPr>
        <p:spPr>
          <a:xfrm>
            <a:off x="10066041" y="4170427"/>
            <a:ext cx="1328647" cy="69950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AF420338-00F2-5902-FE20-29B0DF2E1A23}"/>
              </a:ext>
            </a:extLst>
          </p:cNvPr>
          <p:cNvSpPr txBox="1">
            <a:spLocks/>
          </p:cNvSpPr>
          <p:nvPr/>
        </p:nvSpPr>
        <p:spPr>
          <a:xfrm>
            <a:off x="10066041" y="4162051"/>
            <a:ext cx="1017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container</a:t>
            </a:r>
            <a:endParaRPr lang="ja-JP" altLang="en-US" sz="1400" dirty="0"/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AC3D9700-9487-8C5B-33B5-4FD44C3DEDFE}"/>
              </a:ext>
            </a:extLst>
          </p:cNvPr>
          <p:cNvSpPr txBox="1">
            <a:spLocks/>
          </p:cNvSpPr>
          <p:nvPr/>
        </p:nvSpPr>
        <p:spPr>
          <a:xfrm>
            <a:off x="8621143" y="4215553"/>
            <a:ext cx="1008276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service</a:t>
            </a:r>
            <a:endParaRPr kumimoji="1" lang="ja-JP" altLang="en-US" dirty="0"/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4DA03F62-5427-D169-524D-30D6D038534D}"/>
              </a:ext>
            </a:extLst>
          </p:cNvPr>
          <p:cNvSpPr txBox="1">
            <a:spLocks/>
          </p:cNvSpPr>
          <p:nvPr/>
        </p:nvSpPr>
        <p:spPr>
          <a:xfrm>
            <a:off x="5437112" y="4837858"/>
            <a:ext cx="46948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/>
              <a:t>https://k3s-8081-service.default.svc.cluster.local:8081/efg</a:t>
            </a:r>
          </a:p>
        </p:txBody>
      </p: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93442E51-365B-D2DD-AE66-16AFCD308DE2}"/>
              </a:ext>
            </a:extLst>
          </p:cNvPr>
          <p:cNvCxnSpPr>
            <a:cxnSpLocks/>
            <a:endCxn id="41" idx="3"/>
          </p:cNvCxnSpPr>
          <p:nvPr/>
        </p:nvCxnSpPr>
        <p:spPr>
          <a:xfrm flipH="1" flipV="1">
            <a:off x="8282471" y="3720412"/>
            <a:ext cx="338672" cy="6798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C27EEE48-CC67-1F6E-D55D-BF51589FDF88}"/>
              </a:ext>
            </a:extLst>
          </p:cNvPr>
          <p:cNvCxnSpPr>
            <a:cxnSpLocks/>
            <a:stCxn id="68" idx="1"/>
            <a:endCxn id="41" idx="3"/>
          </p:cNvCxnSpPr>
          <p:nvPr/>
        </p:nvCxnSpPr>
        <p:spPr>
          <a:xfrm flipH="1">
            <a:off x="8282471" y="2675026"/>
            <a:ext cx="338672" cy="10453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49416B6-DB3D-ED63-3A09-E62C587AA09B}"/>
              </a:ext>
            </a:extLst>
          </p:cNvPr>
          <p:cNvSpPr txBox="1"/>
          <p:nvPr/>
        </p:nvSpPr>
        <p:spPr>
          <a:xfrm>
            <a:off x="5029841" y="508193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サーバ</a:t>
            </a:r>
            <a:r>
              <a:rPr lang="en-US" altLang="ja-JP" dirty="0"/>
              <a:t>(</a:t>
            </a:r>
            <a:r>
              <a:rPr lang="pt-BR" altLang="ja-JP" dirty="0"/>
              <a:t>130.81.1.2)</a:t>
            </a:r>
            <a:endParaRPr lang="en-US" altLang="ja-JP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C64A951-3CBD-68CF-74B1-77E860A2030E}"/>
              </a:ext>
            </a:extLst>
          </p:cNvPr>
          <p:cNvSpPr txBox="1"/>
          <p:nvPr/>
        </p:nvSpPr>
        <p:spPr>
          <a:xfrm>
            <a:off x="1426328" y="1371339"/>
            <a:ext cx="668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D9AC3DC-F78B-42B3-0247-1B11668123A2}"/>
              </a:ext>
            </a:extLst>
          </p:cNvPr>
          <p:cNvSpPr txBox="1"/>
          <p:nvPr/>
        </p:nvSpPr>
        <p:spPr>
          <a:xfrm>
            <a:off x="1841822" y="1633805"/>
            <a:ext cx="2024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echo-subsystem</a:t>
            </a:r>
            <a:endParaRPr lang="ja-JP" altLang="en-US" dirty="0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2869B092-2DF2-5F48-2022-07F1B15BFD33}"/>
              </a:ext>
            </a:extLst>
          </p:cNvPr>
          <p:cNvCxnSpPr>
            <a:cxnSpLocks/>
          </p:cNvCxnSpPr>
          <p:nvPr/>
        </p:nvCxnSpPr>
        <p:spPr>
          <a:xfrm>
            <a:off x="2095195" y="1556005"/>
            <a:ext cx="40390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424638E-D18F-A592-8E98-56B5750EF5BA}"/>
              </a:ext>
            </a:extLst>
          </p:cNvPr>
          <p:cNvSpPr txBox="1"/>
          <p:nvPr/>
        </p:nvSpPr>
        <p:spPr>
          <a:xfrm>
            <a:off x="4641119" y="1264473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22</a:t>
            </a:r>
            <a:endParaRPr kumimoji="1"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32B1230-4011-821B-31FD-256F70312F74}"/>
              </a:ext>
            </a:extLst>
          </p:cNvPr>
          <p:cNvSpPr txBox="1"/>
          <p:nvPr/>
        </p:nvSpPr>
        <p:spPr>
          <a:xfrm>
            <a:off x="6134281" y="1383132"/>
            <a:ext cx="668867" cy="369332"/>
          </a:xfrm>
          <a:prstGeom prst="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SSH</a:t>
            </a:r>
            <a:endParaRPr kumimoji="1" lang="ja-JP" altLang="en-US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A0A4CC15-A9A1-AFDB-9C87-5546D7CB95DD}"/>
              </a:ext>
            </a:extLst>
          </p:cNvPr>
          <p:cNvSpPr txBox="1"/>
          <p:nvPr/>
        </p:nvSpPr>
        <p:spPr>
          <a:xfrm>
            <a:off x="5011570" y="1699196"/>
            <a:ext cx="2764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echo-subsystem </a:t>
            </a:r>
            <a:r>
              <a:rPr lang="ja-JP" altLang="en-US" dirty="0"/>
              <a:t>なら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A62C7BD3-90C1-F6A9-27A0-DB4DCB127582}"/>
              </a:ext>
            </a:extLst>
          </p:cNvPr>
          <p:cNvSpPr txBox="1"/>
          <p:nvPr/>
        </p:nvSpPr>
        <p:spPr>
          <a:xfrm>
            <a:off x="6098949" y="1103475"/>
            <a:ext cx="3767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/>
              <a:t>k3s-8080-service.default.svc.cluster.local:2222</a:t>
            </a:r>
            <a:endParaRPr lang="ja-JP" altLang="en-US" sz="1200" dirty="0"/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FB29F617-37E2-8634-148D-9E838AD639EB}"/>
              </a:ext>
            </a:extLst>
          </p:cNvPr>
          <p:cNvCxnSpPr>
            <a:cxnSpLocks/>
            <a:stCxn id="39" idx="3"/>
            <a:endCxn id="30" idx="1"/>
          </p:cNvCxnSpPr>
          <p:nvPr/>
        </p:nvCxnSpPr>
        <p:spPr>
          <a:xfrm>
            <a:off x="9542155" y="1551359"/>
            <a:ext cx="600549" cy="575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119DCC75-78EE-EB59-3247-0E3A64594641}"/>
              </a:ext>
            </a:extLst>
          </p:cNvPr>
          <p:cNvSpPr txBox="1"/>
          <p:nvPr/>
        </p:nvSpPr>
        <p:spPr>
          <a:xfrm>
            <a:off x="10142704" y="1439678"/>
            <a:ext cx="112406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SSH</a:t>
            </a:r>
            <a:endParaRPr kumimoji="1" lang="ja-JP" altLang="en-US" sz="1600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DDBB665C-0F43-E87F-F798-951672758272}"/>
              </a:ext>
            </a:extLst>
          </p:cNvPr>
          <p:cNvSpPr/>
          <p:nvPr/>
        </p:nvSpPr>
        <p:spPr>
          <a:xfrm>
            <a:off x="9846516" y="953393"/>
            <a:ext cx="1680375" cy="103364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D85B220F-3AF5-4926-F605-D45E18F8DBD7}"/>
              </a:ext>
            </a:extLst>
          </p:cNvPr>
          <p:cNvSpPr txBox="1"/>
          <p:nvPr/>
        </p:nvSpPr>
        <p:spPr>
          <a:xfrm>
            <a:off x="7459618" y="1305178"/>
            <a:ext cx="11996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 err="1"/>
              <a:t>ClusterIP</a:t>
            </a:r>
            <a:endParaRPr lang="en-US" altLang="ja-JP" sz="1400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6E226FBC-C1AC-BFB1-65D5-DF1F27FAA07F}"/>
              </a:ext>
            </a:extLst>
          </p:cNvPr>
          <p:cNvSpPr txBox="1"/>
          <p:nvPr/>
        </p:nvSpPr>
        <p:spPr>
          <a:xfrm>
            <a:off x="9820190" y="930829"/>
            <a:ext cx="788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pod</a:t>
            </a:r>
            <a:endParaRPr lang="ja-JP" altLang="en-US" sz="1400" dirty="0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A906818F-3FB6-C8D5-E7AC-D271534CF47C}"/>
              </a:ext>
            </a:extLst>
          </p:cNvPr>
          <p:cNvSpPr/>
          <p:nvPr/>
        </p:nvSpPr>
        <p:spPr>
          <a:xfrm>
            <a:off x="10025902" y="1208072"/>
            <a:ext cx="1328647" cy="69950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75D2567F-5CCF-9D1D-5536-DF5E2E859159}"/>
              </a:ext>
            </a:extLst>
          </p:cNvPr>
          <p:cNvSpPr txBox="1"/>
          <p:nvPr/>
        </p:nvSpPr>
        <p:spPr>
          <a:xfrm>
            <a:off x="10025902" y="1199696"/>
            <a:ext cx="1017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container</a:t>
            </a:r>
            <a:endParaRPr lang="ja-JP" altLang="en-US" sz="140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19A18A6A-E442-5F29-1B72-48CF55B8C422}"/>
              </a:ext>
            </a:extLst>
          </p:cNvPr>
          <p:cNvSpPr txBox="1"/>
          <p:nvPr/>
        </p:nvSpPr>
        <p:spPr>
          <a:xfrm>
            <a:off x="8533879" y="1366693"/>
            <a:ext cx="1008276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service</a:t>
            </a:r>
            <a:endParaRPr kumimoji="1" lang="ja-JP" altLang="en-US" dirty="0"/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1207568A-AC87-37DE-F09C-EA19AE7C792E}"/>
              </a:ext>
            </a:extLst>
          </p:cNvPr>
          <p:cNvCxnSpPr>
            <a:cxnSpLocks/>
            <a:stCxn id="39" idx="1"/>
            <a:endCxn id="22" idx="3"/>
          </p:cNvCxnSpPr>
          <p:nvPr/>
        </p:nvCxnSpPr>
        <p:spPr>
          <a:xfrm flipH="1">
            <a:off x="6803148" y="1551359"/>
            <a:ext cx="1730731" cy="164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E2C4672B-1D06-E978-E939-03C96FDE3960}"/>
              </a:ext>
            </a:extLst>
          </p:cNvPr>
          <p:cNvSpPr txBox="1"/>
          <p:nvPr/>
        </p:nvSpPr>
        <p:spPr>
          <a:xfrm>
            <a:off x="5183287" y="863580"/>
            <a:ext cx="681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k3s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87593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4279</TotalTime>
  <Words>1128</Words>
  <Application>Microsoft Office PowerPoint</Application>
  <PresentationFormat>ワイド画面</PresentationFormat>
  <Paragraphs>438</Paragraphs>
  <Slides>19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4" baseType="lpstr">
      <vt:lpstr>BIZ UDPゴシック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Ando Toshikazu</dc:creator>
  <cp:lastModifiedBy>Ando Toshikazu</cp:lastModifiedBy>
  <cp:revision>6</cp:revision>
  <dcterms:created xsi:type="dcterms:W3CDTF">2026-04-25T23:53:27Z</dcterms:created>
  <dcterms:modified xsi:type="dcterms:W3CDTF">2026-05-01T12:14:10Z</dcterms:modified>
</cp:coreProperties>
</file>